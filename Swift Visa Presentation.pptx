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8" r:id="rId4"/>
    <p:sldId id="258" r:id="rId5"/>
    <p:sldId id="273" r:id="rId6"/>
    <p:sldId id="279" r:id="rId7"/>
    <p:sldId id="260" r:id="rId8"/>
    <p:sldId id="274" r:id="rId9"/>
    <p:sldId id="275" r:id="rId10"/>
    <p:sldId id="280" r:id="rId11"/>
    <p:sldId id="276" r:id="rId12"/>
    <p:sldId id="27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CCCA65-A603-4B34-BC06-E02BE4419E1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635F7CE-9036-423A-BCB5-0134061479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Swift Visa is an AI-based visa eligibility screening system</a:t>
          </a:r>
          <a:endParaRPr lang="en-US"/>
        </a:p>
      </dgm:t>
    </dgm:pt>
    <dgm:pt modelId="{D6EBA957-58CA-411C-A43D-6FD0E8CCA995}" type="parTrans" cxnId="{3F1FFD46-964C-44B7-9A52-76270E819A22}">
      <dgm:prSet/>
      <dgm:spPr/>
      <dgm:t>
        <a:bodyPr/>
        <a:lstStyle/>
        <a:p>
          <a:endParaRPr lang="en-US"/>
        </a:p>
      </dgm:t>
    </dgm:pt>
    <dgm:pt modelId="{11662CE0-E301-42D5-89A2-A0706E4A5679}" type="sibTrans" cxnId="{3F1FFD46-964C-44B7-9A52-76270E819A2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45189C-3B47-44BA-B64A-1012007AEA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It evaluates applicant information against official UK visa policy documents</a:t>
          </a:r>
          <a:endParaRPr lang="en-US"/>
        </a:p>
      </dgm:t>
    </dgm:pt>
    <dgm:pt modelId="{140C40CD-AE18-4A2C-9811-811AD936D010}" type="parTrans" cxnId="{5AABBFBA-FCA1-4F4F-B95A-63219EE52E63}">
      <dgm:prSet/>
      <dgm:spPr/>
      <dgm:t>
        <a:bodyPr/>
        <a:lstStyle/>
        <a:p>
          <a:endParaRPr lang="en-US"/>
        </a:p>
      </dgm:t>
    </dgm:pt>
    <dgm:pt modelId="{6F95A4CC-6BB9-4A5F-979F-6430CA550B69}" type="sibTrans" cxnId="{5AABBFBA-FCA1-4F4F-B95A-63219EE52E6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3BE187-DF29-4A02-802B-69807163FC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The system provides a clear eligibility outcome with supporting reasons</a:t>
          </a:r>
          <a:endParaRPr lang="en-US"/>
        </a:p>
      </dgm:t>
    </dgm:pt>
    <dgm:pt modelId="{BAF2FCEC-6F8C-4C12-98FD-104524660064}" type="parTrans" cxnId="{611A96F6-6F5F-43BE-9DCC-30CF93CAB097}">
      <dgm:prSet/>
      <dgm:spPr/>
      <dgm:t>
        <a:bodyPr/>
        <a:lstStyle/>
        <a:p>
          <a:endParaRPr lang="en-US"/>
        </a:p>
      </dgm:t>
    </dgm:pt>
    <dgm:pt modelId="{28412B97-5D8F-44A6-A8DF-C5B26227F619}" type="sibTrans" cxnId="{611A96F6-6F5F-43BE-9DCC-30CF93CAB0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A8C7905-CAB2-4B7B-9178-FE4020AF4F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Policy rules are sourced directly from PDF documents</a:t>
          </a:r>
          <a:endParaRPr lang="en-US"/>
        </a:p>
      </dgm:t>
    </dgm:pt>
    <dgm:pt modelId="{A3279781-9F69-4D8D-AA2B-C5140D19E8C0}" type="parTrans" cxnId="{7087FCCA-1621-4D4B-8327-0F88926DE11D}">
      <dgm:prSet/>
      <dgm:spPr/>
      <dgm:t>
        <a:bodyPr/>
        <a:lstStyle/>
        <a:p>
          <a:endParaRPr lang="en-US"/>
        </a:p>
      </dgm:t>
    </dgm:pt>
    <dgm:pt modelId="{7FD57B38-2278-4ADE-9BF1-6C4431524B59}" type="sibTrans" cxnId="{7087FCCA-1621-4D4B-8327-0F88926DE11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D007CE9-6417-4DA8-89D4-560686E3DC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The solution is designed to be transparent, structured, and user-friendly</a:t>
          </a:r>
          <a:endParaRPr lang="en-US"/>
        </a:p>
      </dgm:t>
    </dgm:pt>
    <dgm:pt modelId="{60424E4F-39E6-4AC7-A735-E15E90319E7C}" type="parTrans" cxnId="{5227923D-31B7-4BC0-9322-7F8B3C34ED69}">
      <dgm:prSet/>
      <dgm:spPr/>
      <dgm:t>
        <a:bodyPr/>
        <a:lstStyle/>
        <a:p>
          <a:endParaRPr lang="en-US"/>
        </a:p>
      </dgm:t>
    </dgm:pt>
    <dgm:pt modelId="{56F87A46-1881-4F96-B5BA-28E448B4480B}" type="sibTrans" cxnId="{5227923D-31B7-4BC0-9322-7F8B3C34ED69}">
      <dgm:prSet/>
      <dgm:spPr/>
      <dgm:t>
        <a:bodyPr/>
        <a:lstStyle/>
        <a:p>
          <a:endParaRPr lang="en-US"/>
        </a:p>
      </dgm:t>
    </dgm:pt>
    <dgm:pt modelId="{32B0812A-22FC-4F3D-BBEC-E8B9308065F0}" type="pres">
      <dgm:prSet presAssocID="{AECCCA65-A603-4B34-BC06-E02BE4419E13}" presName="root" presStyleCnt="0">
        <dgm:presLayoutVars>
          <dgm:dir/>
          <dgm:resizeHandles val="exact"/>
        </dgm:presLayoutVars>
      </dgm:prSet>
      <dgm:spPr/>
    </dgm:pt>
    <dgm:pt modelId="{78F000E5-2D6A-4139-B997-7E9488282111}" type="pres">
      <dgm:prSet presAssocID="{AECCCA65-A603-4B34-BC06-E02BE4419E13}" presName="container" presStyleCnt="0">
        <dgm:presLayoutVars>
          <dgm:dir/>
          <dgm:resizeHandles val="exact"/>
        </dgm:presLayoutVars>
      </dgm:prSet>
      <dgm:spPr/>
    </dgm:pt>
    <dgm:pt modelId="{70E20AAD-2250-46B2-A708-6F4231DAB15E}" type="pres">
      <dgm:prSet presAssocID="{F635F7CE-9036-423A-BCB5-013406147921}" presName="compNode" presStyleCnt="0"/>
      <dgm:spPr/>
    </dgm:pt>
    <dgm:pt modelId="{6EA98725-9F01-45E9-939A-77369D1942C2}" type="pres">
      <dgm:prSet presAssocID="{F635F7CE-9036-423A-BCB5-013406147921}" presName="iconBgRect" presStyleLbl="bgShp" presStyleIdx="0" presStyleCnt="5"/>
      <dgm:spPr/>
    </dgm:pt>
    <dgm:pt modelId="{33A9C93D-3019-4909-87F7-4A94719D7418}" type="pres">
      <dgm:prSet presAssocID="{F635F7CE-9036-423A-BCB5-01340614792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955C41C-D33D-42BA-B57E-AEA354A91270}" type="pres">
      <dgm:prSet presAssocID="{F635F7CE-9036-423A-BCB5-013406147921}" presName="spaceRect" presStyleCnt="0"/>
      <dgm:spPr/>
    </dgm:pt>
    <dgm:pt modelId="{816B0D37-A39E-4889-9913-FD141774F00F}" type="pres">
      <dgm:prSet presAssocID="{F635F7CE-9036-423A-BCB5-013406147921}" presName="textRect" presStyleLbl="revTx" presStyleIdx="0" presStyleCnt="5">
        <dgm:presLayoutVars>
          <dgm:chMax val="1"/>
          <dgm:chPref val="1"/>
        </dgm:presLayoutVars>
      </dgm:prSet>
      <dgm:spPr/>
    </dgm:pt>
    <dgm:pt modelId="{95DF4795-D921-4213-9B93-F9B63B5B2AFD}" type="pres">
      <dgm:prSet presAssocID="{11662CE0-E301-42D5-89A2-A0706E4A5679}" presName="sibTrans" presStyleLbl="sibTrans2D1" presStyleIdx="0" presStyleCnt="0"/>
      <dgm:spPr/>
    </dgm:pt>
    <dgm:pt modelId="{490DDF41-EE5C-4C0D-BC5C-1C879C48BADE}" type="pres">
      <dgm:prSet presAssocID="{7245189C-3B47-44BA-B64A-1012007AEAA4}" presName="compNode" presStyleCnt="0"/>
      <dgm:spPr/>
    </dgm:pt>
    <dgm:pt modelId="{15B021C4-B46F-4BFC-99A8-62A2B75DA3F6}" type="pres">
      <dgm:prSet presAssocID="{7245189C-3B47-44BA-B64A-1012007AEAA4}" presName="iconBgRect" presStyleLbl="bgShp" presStyleIdx="1" presStyleCnt="5"/>
      <dgm:spPr/>
    </dgm:pt>
    <dgm:pt modelId="{12FEEDDE-F00E-4396-861C-FFCF8F406486}" type="pres">
      <dgm:prSet presAssocID="{7245189C-3B47-44BA-B64A-1012007AEAA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BF29230-0A2D-4DC9-99D0-2D9B236562E8}" type="pres">
      <dgm:prSet presAssocID="{7245189C-3B47-44BA-B64A-1012007AEAA4}" presName="spaceRect" presStyleCnt="0"/>
      <dgm:spPr/>
    </dgm:pt>
    <dgm:pt modelId="{2FA8EB15-04E7-427D-9C27-96352C7979D3}" type="pres">
      <dgm:prSet presAssocID="{7245189C-3B47-44BA-B64A-1012007AEAA4}" presName="textRect" presStyleLbl="revTx" presStyleIdx="1" presStyleCnt="5">
        <dgm:presLayoutVars>
          <dgm:chMax val="1"/>
          <dgm:chPref val="1"/>
        </dgm:presLayoutVars>
      </dgm:prSet>
      <dgm:spPr/>
    </dgm:pt>
    <dgm:pt modelId="{748ACCAD-84A4-48DA-85B9-6324F8516FB8}" type="pres">
      <dgm:prSet presAssocID="{6F95A4CC-6BB9-4A5F-979F-6430CA550B69}" presName="sibTrans" presStyleLbl="sibTrans2D1" presStyleIdx="0" presStyleCnt="0"/>
      <dgm:spPr/>
    </dgm:pt>
    <dgm:pt modelId="{E16AF35F-3FEE-47A2-BD55-E22AB3616F62}" type="pres">
      <dgm:prSet presAssocID="{C73BE187-DF29-4A02-802B-69807163FCB6}" presName="compNode" presStyleCnt="0"/>
      <dgm:spPr/>
    </dgm:pt>
    <dgm:pt modelId="{EB32D0D9-FB33-4782-B7EE-3C8198816A25}" type="pres">
      <dgm:prSet presAssocID="{C73BE187-DF29-4A02-802B-69807163FCB6}" presName="iconBgRect" presStyleLbl="bgShp" presStyleIdx="2" presStyleCnt="5"/>
      <dgm:spPr/>
    </dgm:pt>
    <dgm:pt modelId="{612B9126-B82F-4846-85E5-CAD9913A0066}" type="pres">
      <dgm:prSet presAssocID="{C73BE187-DF29-4A02-802B-69807163FCB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EBAEDE6-1BD2-43ED-A157-BFB1D23D7243}" type="pres">
      <dgm:prSet presAssocID="{C73BE187-DF29-4A02-802B-69807163FCB6}" presName="spaceRect" presStyleCnt="0"/>
      <dgm:spPr/>
    </dgm:pt>
    <dgm:pt modelId="{3EDE9C09-488B-4377-BFEF-F2ACCF6FD77F}" type="pres">
      <dgm:prSet presAssocID="{C73BE187-DF29-4A02-802B-69807163FCB6}" presName="textRect" presStyleLbl="revTx" presStyleIdx="2" presStyleCnt="5">
        <dgm:presLayoutVars>
          <dgm:chMax val="1"/>
          <dgm:chPref val="1"/>
        </dgm:presLayoutVars>
      </dgm:prSet>
      <dgm:spPr/>
    </dgm:pt>
    <dgm:pt modelId="{4809B59F-FF6D-4D10-A0D4-F334E7D5DC8F}" type="pres">
      <dgm:prSet presAssocID="{28412B97-5D8F-44A6-A8DF-C5B26227F619}" presName="sibTrans" presStyleLbl="sibTrans2D1" presStyleIdx="0" presStyleCnt="0"/>
      <dgm:spPr/>
    </dgm:pt>
    <dgm:pt modelId="{85678498-33E6-4126-B6D6-F009D3FFC3EE}" type="pres">
      <dgm:prSet presAssocID="{2A8C7905-CAB2-4B7B-9178-FE4020AF4FFF}" presName="compNode" presStyleCnt="0"/>
      <dgm:spPr/>
    </dgm:pt>
    <dgm:pt modelId="{512BD404-7D58-4CA5-B7CC-C6748A74B51D}" type="pres">
      <dgm:prSet presAssocID="{2A8C7905-CAB2-4B7B-9178-FE4020AF4FFF}" presName="iconBgRect" presStyleLbl="bgShp" presStyleIdx="3" presStyleCnt="5"/>
      <dgm:spPr/>
    </dgm:pt>
    <dgm:pt modelId="{AD232F9D-9F1C-4497-9C08-4F8A6F7A1009}" type="pres">
      <dgm:prSet presAssocID="{2A8C7905-CAB2-4B7B-9178-FE4020AF4F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6496DD32-0905-49D6-AFB2-639A5FDB57F3}" type="pres">
      <dgm:prSet presAssocID="{2A8C7905-CAB2-4B7B-9178-FE4020AF4FFF}" presName="spaceRect" presStyleCnt="0"/>
      <dgm:spPr/>
    </dgm:pt>
    <dgm:pt modelId="{7401CFCD-4270-4234-A2A5-DBAB9A9E9060}" type="pres">
      <dgm:prSet presAssocID="{2A8C7905-CAB2-4B7B-9178-FE4020AF4FFF}" presName="textRect" presStyleLbl="revTx" presStyleIdx="3" presStyleCnt="5">
        <dgm:presLayoutVars>
          <dgm:chMax val="1"/>
          <dgm:chPref val="1"/>
        </dgm:presLayoutVars>
      </dgm:prSet>
      <dgm:spPr/>
    </dgm:pt>
    <dgm:pt modelId="{3C237DE9-8885-4DE5-9B2F-7F81AAFDD658}" type="pres">
      <dgm:prSet presAssocID="{7FD57B38-2278-4ADE-9BF1-6C4431524B59}" presName="sibTrans" presStyleLbl="sibTrans2D1" presStyleIdx="0" presStyleCnt="0"/>
      <dgm:spPr/>
    </dgm:pt>
    <dgm:pt modelId="{5609C87F-678D-439C-A6C5-9ECFE809CE3D}" type="pres">
      <dgm:prSet presAssocID="{5D007CE9-6417-4DA8-89D4-560686E3DCA8}" presName="compNode" presStyleCnt="0"/>
      <dgm:spPr/>
    </dgm:pt>
    <dgm:pt modelId="{AF1F9E55-F2B7-4985-8063-9D841239E858}" type="pres">
      <dgm:prSet presAssocID="{5D007CE9-6417-4DA8-89D4-560686E3DCA8}" presName="iconBgRect" presStyleLbl="bgShp" presStyleIdx="4" presStyleCnt="5"/>
      <dgm:spPr/>
    </dgm:pt>
    <dgm:pt modelId="{AD0699A5-EB95-401C-8F10-77B9D3FF063B}" type="pres">
      <dgm:prSet presAssocID="{5D007CE9-6417-4DA8-89D4-560686E3DCA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5846C41-0DE9-4848-A995-2F84DA4F7252}" type="pres">
      <dgm:prSet presAssocID="{5D007CE9-6417-4DA8-89D4-560686E3DCA8}" presName="spaceRect" presStyleCnt="0"/>
      <dgm:spPr/>
    </dgm:pt>
    <dgm:pt modelId="{15AC3825-FAB5-4161-87CF-3C8431204005}" type="pres">
      <dgm:prSet presAssocID="{5D007CE9-6417-4DA8-89D4-560686E3DCA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22A2423-E2F7-4FE8-A29F-95D9E2E25787}" type="presOf" srcId="{5D007CE9-6417-4DA8-89D4-560686E3DCA8}" destId="{15AC3825-FAB5-4161-87CF-3C8431204005}" srcOrd="0" destOrd="0" presId="urn:microsoft.com/office/officeart/2018/2/layout/IconCircleList"/>
    <dgm:cxn modelId="{D726A93B-6028-41E7-814C-B313A66ED412}" type="presOf" srcId="{7245189C-3B47-44BA-B64A-1012007AEAA4}" destId="{2FA8EB15-04E7-427D-9C27-96352C7979D3}" srcOrd="0" destOrd="0" presId="urn:microsoft.com/office/officeart/2018/2/layout/IconCircleList"/>
    <dgm:cxn modelId="{5227923D-31B7-4BC0-9322-7F8B3C34ED69}" srcId="{AECCCA65-A603-4B34-BC06-E02BE4419E13}" destId="{5D007CE9-6417-4DA8-89D4-560686E3DCA8}" srcOrd="4" destOrd="0" parTransId="{60424E4F-39E6-4AC7-A735-E15E90319E7C}" sibTransId="{56F87A46-1881-4F96-B5BA-28E448B4480B}"/>
    <dgm:cxn modelId="{5BE6B764-6B93-40D9-9AE4-2DCE4051ADB0}" type="presOf" srcId="{C73BE187-DF29-4A02-802B-69807163FCB6}" destId="{3EDE9C09-488B-4377-BFEF-F2ACCF6FD77F}" srcOrd="0" destOrd="0" presId="urn:microsoft.com/office/officeart/2018/2/layout/IconCircleList"/>
    <dgm:cxn modelId="{3F1FFD46-964C-44B7-9A52-76270E819A22}" srcId="{AECCCA65-A603-4B34-BC06-E02BE4419E13}" destId="{F635F7CE-9036-423A-BCB5-013406147921}" srcOrd="0" destOrd="0" parTransId="{D6EBA957-58CA-411C-A43D-6FD0E8CCA995}" sibTransId="{11662CE0-E301-42D5-89A2-A0706E4A5679}"/>
    <dgm:cxn modelId="{77869A69-96AA-47AD-8F91-C40589F63E5F}" type="presOf" srcId="{28412B97-5D8F-44A6-A8DF-C5B26227F619}" destId="{4809B59F-FF6D-4D10-A0D4-F334E7D5DC8F}" srcOrd="0" destOrd="0" presId="urn:microsoft.com/office/officeart/2018/2/layout/IconCircleList"/>
    <dgm:cxn modelId="{C3192A4D-1EAF-4E42-9EF3-3D42B5994E32}" type="presOf" srcId="{AECCCA65-A603-4B34-BC06-E02BE4419E13}" destId="{32B0812A-22FC-4F3D-BBEC-E8B9308065F0}" srcOrd="0" destOrd="0" presId="urn:microsoft.com/office/officeart/2018/2/layout/IconCircleList"/>
    <dgm:cxn modelId="{9B34E793-1669-4C30-995B-D391ADEB221F}" type="presOf" srcId="{6F95A4CC-6BB9-4A5F-979F-6430CA550B69}" destId="{748ACCAD-84A4-48DA-85B9-6324F8516FB8}" srcOrd="0" destOrd="0" presId="urn:microsoft.com/office/officeart/2018/2/layout/IconCircleList"/>
    <dgm:cxn modelId="{6B1A4A96-FDA5-4E08-90D7-151AEF2389D3}" type="presOf" srcId="{11662CE0-E301-42D5-89A2-A0706E4A5679}" destId="{95DF4795-D921-4213-9B93-F9B63B5B2AFD}" srcOrd="0" destOrd="0" presId="urn:microsoft.com/office/officeart/2018/2/layout/IconCircleList"/>
    <dgm:cxn modelId="{5AABBFBA-FCA1-4F4F-B95A-63219EE52E63}" srcId="{AECCCA65-A603-4B34-BC06-E02BE4419E13}" destId="{7245189C-3B47-44BA-B64A-1012007AEAA4}" srcOrd="1" destOrd="0" parTransId="{140C40CD-AE18-4A2C-9811-811AD936D010}" sibTransId="{6F95A4CC-6BB9-4A5F-979F-6430CA550B69}"/>
    <dgm:cxn modelId="{44A608C9-48DA-4473-A35C-FAD1F2763C73}" type="presOf" srcId="{7FD57B38-2278-4ADE-9BF1-6C4431524B59}" destId="{3C237DE9-8885-4DE5-9B2F-7F81AAFDD658}" srcOrd="0" destOrd="0" presId="urn:microsoft.com/office/officeart/2018/2/layout/IconCircleList"/>
    <dgm:cxn modelId="{7087FCCA-1621-4D4B-8327-0F88926DE11D}" srcId="{AECCCA65-A603-4B34-BC06-E02BE4419E13}" destId="{2A8C7905-CAB2-4B7B-9178-FE4020AF4FFF}" srcOrd="3" destOrd="0" parTransId="{A3279781-9F69-4D8D-AA2B-C5140D19E8C0}" sibTransId="{7FD57B38-2278-4ADE-9BF1-6C4431524B59}"/>
    <dgm:cxn modelId="{8FFE86EC-5256-4A79-9328-F47A3AC8090D}" type="presOf" srcId="{2A8C7905-CAB2-4B7B-9178-FE4020AF4FFF}" destId="{7401CFCD-4270-4234-A2A5-DBAB9A9E9060}" srcOrd="0" destOrd="0" presId="urn:microsoft.com/office/officeart/2018/2/layout/IconCircleList"/>
    <dgm:cxn modelId="{611A96F6-6F5F-43BE-9DCC-30CF93CAB097}" srcId="{AECCCA65-A603-4B34-BC06-E02BE4419E13}" destId="{C73BE187-DF29-4A02-802B-69807163FCB6}" srcOrd="2" destOrd="0" parTransId="{BAF2FCEC-6F8C-4C12-98FD-104524660064}" sibTransId="{28412B97-5D8F-44A6-A8DF-C5B26227F619}"/>
    <dgm:cxn modelId="{436DABF6-E59B-4F76-A25D-1C09B2648358}" type="presOf" srcId="{F635F7CE-9036-423A-BCB5-013406147921}" destId="{816B0D37-A39E-4889-9913-FD141774F00F}" srcOrd="0" destOrd="0" presId="urn:microsoft.com/office/officeart/2018/2/layout/IconCircleList"/>
    <dgm:cxn modelId="{F2D0C939-E08D-41D4-85D1-B6DB7F305178}" type="presParOf" srcId="{32B0812A-22FC-4F3D-BBEC-E8B9308065F0}" destId="{78F000E5-2D6A-4139-B997-7E9488282111}" srcOrd="0" destOrd="0" presId="urn:microsoft.com/office/officeart/2018/2/layout/IconCircleList"/>
    <dgm:cxn modelId="{4760B929-D180-4D39-8622-3B345EF81BDF}" type="presParOf" srcId="{78F000E5-2D6A-4139-B997-7E9488282111}" destId="{70E20AAD-2250-46B2-A708-6F4231DAB15E}" srcOrd="0" destOrd="0" presId="urn:microsoft.com/office/officeart/2018/2/layout/IconCircleList"/>
    <dgm:cxn modelId="{865147FE-EB3B-428D-A05C-4B98F18F1B2C}" type="presParOf" srcId="{70E20AAD-2250-46B2-A708-6F4231DAB15E}" destId="{6EA98725-9F01-45E9-939A-77369D1942C2}" srcOrd="0" destOrd="0" presId="urn:microsoft.com/office/officeart/2018/2/layout/IconCircleList"/>
    <dgm:cxn modelId="{5A35EF3A-8B90-40F1-9D7C-96103B5B2022}" type="presParOf" srcId="{70E20AAD-2250-46B2-A708-6F4231DAB15E}" destId="{33A9C93D-3019-4909-87F7-4A94719D7418}" srcOrd="1" destOrd="0" presId="urn:microsoft.com/office/officeart/2018/2/layout/IconCircleList"/>
    <dgm:cxn modelId="{5B4DF213-39EC-453A-A9D2-65E24D7AC577}" type="presParOf" srcId="{70E20AAD-2250-46B2-A708-6F4231DAB15E}" destId="{4955C41C-D33D-42BA-B57E-AEA354A91270}" srcOrd="2" destOrd="0" presId="urn:microsoft.com/office/officeart/2018/2/layout/IconCircleList"/>
    <dgm:cxn modelId="{03CC1C02-0B70-4B1F-9EB4-5504037062BA}" type="presParOf" srcId="{70E20AAD-2250-46B2-A708-6F4231DAB15E}" destId="{816B0D37-A39E-4889-9913-FD141774F00F}" srcOrd="3" destOrd="0" presId="urn:microsoft.com/office/officeart/2018/2/layout/IconCircleList"/>
    <dgm:cxn modelId="{F590B806-2F54-48B9-8241-F3891C59085E}" type="presParOf" srcId="{78F000E5-2D6A-4139-B997-7E9488282111}" destId="{95DF4795-D921-4213-9B93-F9B63B5B2AFD}" srcOrd="1" destOrd="0" presId="urn:microsoft.com/office/officeart/2018/2/layout/IconCircleList"/>
    <dgm:cxn modelId="{DCF62DB2-4F31-43E8-959C-34D1EFF6EF42}" type="presParOf" srcId="{78F000E5-2D6A-4139-B997-7E9488282111}" destId="{490DDF41-EE5C-4C0D-BC5C-1C879C48BADE}" srcOrd="2" destOrd="0" presId="urn:microsoft.com/office/officeart/2018/2/layout/IconCircleList"/>
    <dgm:cxn modelId="{DAB9A111-C02C-40E8-AD3E-EAB36C40D7D1}" type="presParOf" srcId="{490DDF41-EE5C-4C0D-BC5C-1C879C48BADE}" destId="{15B021C4-B46F-4BFC-99A8-62A2B75DA3F6}" srcOrd="0" destOrd="0" presId="urn:microsoft.com/office/officeart/2018/2/layout/IconCircleList"/>
    <dgm:cxn modelId="{265B1A97-F9BB-4634-B931-BB08945BF4F1}" type="presParOf" srcId="{490DDF41-EE5C-4C0D-BC5C-1C879C48BADE}" destId="{12FEEDDE-F00E-4396-861C-FFCF8F406486}" srcOrd="1" destOrd="0" presId="urn:microsoft.com/office/officeart/2018/2/layout/IconCircleList"/>
    <dgm:cxn modelId="{66026B0D-073B-4435-8EE2-C1EC3CC7EBE5}" type="presParOf" srcId="{490DDF41-EE5C-4C0D-BC5C-1C879C48BADE}" destId="{EBF29230-0A2D-4DC9-99D0-2D9B236562E8}" srcOrd="2" destOrd="0" presId="urn:microsoft.com/office/officeart/2018/2/layout/IconCircleList"/>
    <dgm:cxn modelId="{81DA1864-7C7A-4E21-BB65-194F8400C869}" type="presParOf" srcId="{490DDF41-EE5C-4C0D-BC5C-1C879C48BADE}" destId="{2FA8EB15-04E7-427D-9C27-96352C7979D3}" srcOrd="3" destOrd="0" presId="urn:microsoft.com/office/officeart/2018/2/layout/IconCircleList"/>
    <dgm:cxn modelId="{7982877B-36DB-41DF-BB81-1D3FE91E9E1D}" type="presParOf" srcId="{78F000E5-2D6A-4139-B997-7E9488282111}" destId="{748ACCAD-84A4-48DA-85B9-6324F8516FB8}" srcOrd="3" destOrd="0" presId="urn:microsoft.com/office/officeart/2018/2/layout/IconCircleList"/>
    <dgm:cxn modelId="{F6500DBB-30BC-4346-A737-C9619B0140E6}" type="presParOf" srcId="{78F000E5-2D6A-4139-B997-7E9488282111}" destId="{E16AF35F-3FEE-47A2-BD55-E22AB3616F62}" srcOrd="4" destOrd="0" presId="urn:microsoft.com/office/officeart/2018/2/layout/IconCircleList"/>
    <dgm:cxn modelId="{96E145F3-4213-4F06-9368-8DA5E17D43FB}" type="presParOf" srcId="{E16AF35F-3FEE-47A2-BD55-E22AB3616F62}" destId="{EB32D0D9-FB33-4782-B7EE-3C8198816A25}" srcOrd="0" destOrd="0" presId="urn:microsoft.com/office/officeart/2018/2/layout/IconCircleList"/>
    <dgm:cxn modelId="{57F0C7A7-C689-4D41-85D9-8227CFFF0BB0}" type="presParOf" srcId="{E16AF35F-3FEE-47A2-BD55-E22AB3616F62}" destId="{612B9126-B82F-4846-85E5-CAD9913A0066}" srcOrd="1" destOrd="0" presId="urn:microsoft.com/office/officeart/2018/2/layout/IconCircleList"/>
    <dgm:cxn modelId="{A9CC2B73-2CBD-4DA1-971E-E43DB170562E}" type="presParOf" srcId="{E16AF35F-3FEE-47A2-BD55-E22AB3616F62}" destId="{8EBAEDE6-1BD2-43ED-A157-BFB1D23D7243}" srcOrd="2" destOrd="0" presId="urn:microsoft.com/office/officeart/2018/2/layout/IconCircleList"/>
    <dgm:cxn modelId="{96385D86-B1D2-4C81-9CD8-2A3209D675E7}" type="presParOf" srcId="{E16AF35F-3FEE-47A2-BD55-E22AB3616F62}" destId="{3EDE9C09-488B-4377-BFEF-F2ACCF6FD77F}" srcOrd="3" destOrd="0" presId="urn:microsoft.com/office/officeart/2018/2/layout/IconCircleList"/>
    <dgm:cxn modelId="{F5E23F01-EC3E-428C-B424-69C99AC86682}" type="presParOf" srcId="{78F000E5-2D6A-4139-B997-7E9488282111}" destId="{4809B59F-FF6D-4D10-A0D4-F334E7D5DC8F}" srcOrd="5" destOrd="0" presId="urn:microsoft.com/office/officeart/2018/2/layout/IconCircleList"/>
    <dgm:cxn modelId="{9185C802-EFED-4703-9AEB-DE088173BAA3}" type="presParOf" srcId="{78F000E5-2D6A-4139-B997-7E9488282111}" destId="{85678498-33E6-4126-B6D6-F009D3FFC3EE}" srcOrd="6" destOrd="0" presId="urn:microsoft.com/office/officeart/2018/2/layout/IconCircleList"/>
    <dgm:cxn modelId="{45FFD9BD-7A39-4A3C-8EF0-C7263378E996}" type="presParOf" srcId="{85678498-33E6-4126-B6D6-F009D3FFC3EE}" destId="{512BD404-7D58-4CA5-B7CC-C6748A74B51D}" srcOrd="0" destOrd="0" presId="urn:microsoft.com/office/officeart/2018/2/layout/IconCircleList"/>
    <dgm:cxn modelId="{FE44DD99-E873-4587-8B44-B6CE427917D7}" type="presParOf" srcId="{85678498-33E6-4126-B6D6-F009D3FFC3EE}" destId="{AD232F9D-9F1C-4497-9C08-4F8A6F7A1009}" srcOrd="1" destOrd="0" presId="urn:microsoft.com/office/officeart/2018/2/layout/IconCircleList"/>
    <dgm:cxn modelId="{57C25061-524B-4F27-B10A-3C59D14C3C6C}" type="presParOf" srcId="{85678498-33E6-4126-B6D6-F009D3FFC3EE}" destId="{6496DD32-0905-49D6-AFB2-639A5FDB57F3}" srcOrd="2" destOrd="0" presId="urn:microsoft.com/office/officeart/2018/2/layout/IconCircleList"/>
    <dgm:cxn modelId="{20246A15-CB06-4A90-B71E-AC64076A8B70}" type="presParOf" srcId="{85678498-33E6-4126-B6D6-F009D3FFC3EE}" destId="{7401CFCD-4270-4234-A2A5-DBAB9A9E9060}" srcOrd="3" destOrd="0" presId="urn:microsoft.com/office/officeart/2018/2/layout/IconCircleList"/>
    <dgm:cxn modelId="{266DAA10-D4A7-43C1-8061-15579775D82F}" type="presParOf" srcId="{78F000E5-2D6A-4139-B997-7E9488282111}" destId="{3C237DE9-8885-4DE5-9B2F-7F81AAFDD658}" srcOrd="7" destOrd="0" presId="urn:microsoft.com/office/officeart/2018/2/layout/IconCircleList"/>
    <dgm:cxn modelId="{9991089D-D4CF-49C9-8B4A-FEFADB8781F2}" type="presParOf" srcId="{78F000E5-2D6A-4139-B997-7E9488282111}" destId="{5609C87F-678D-439C-A6C5-9ECFE809CE3D}" srcOrd="8" destOrd="0" presId="urn:microsoft.com/office/officeart/2018/2/layout/IconCircleList"/>
    <dgm:cxn modelId="{04D5F710-9FDE-4D1F-B398-0300E50DC5E7}" type="presParOf" srcId="{5609C87F-678D-439C-A6C5-9ECFE809CE3D}" destId="{AF1F9E55-F2B7-4985-8063-9D841239E858}" srcOrd="0" destOrd="0" presId="urn:microsoft.com/office/officeart/2018/2/layout/IconCircleList"/>
    <dgm:cxn modelId="{71B1185B-8404-4302-B8F3-E1A10C04DAAA}" type="presParOf" srcId="{5609C87F-678D-439C-A6C5-9ECFE809CE3D}" destId="{AD0699A5-EB95-401C-8F10-77B9D3FF063B}" srcOrd="1" destOrd="0" presId="urn:microsoft.com/office/officeart/2018/2/layout/IconCircleList"/>
    <dgm:cxn modelId="{A2595812-F1A6-40AA-9B32-3411C810775D}" type="presParOf" srcId="{5609C87F-678D-439C-A6C5-9ECFE809CE3D}" destId="{15846C41-0DE9-4848-A995-2F84DA4F7252}" srcOrd="2" destOrd="0" presId="urn:microsoft.com/office/officeart/2018/2/layout/IconCircleList"/>
    <dgm:cxn modelId="{003018F5-8D2A-4E29-986D-868A503FB3C1}" type="presParOf" srcId="{5609C87F-678D-439C-A6C5-9ECFE809CE3D}" destId="{15AC3825-FAB5-4161-87CF-3C843120400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CE5AA7-5D7D-4543-ACCA-3171CE39E5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BF324A-2725-473E-8CF5-F39541238A97}">
      <dgm:prSet/>
      <dgm:spPr/>
      <dgm:t>
        <a:bodyPr/>
        <a:lstStyle/>
        <a:p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Policy-driven eligibility evaluation based on official UK visa rules.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789496-9C82-4B7C-9C6E-FF0F7AF1C483}" type="parTrans" cxnId="{88A6FA44-73FF-49D5-83BB-C5645614F440}">
      <dgm:prSet/>
      <dgm:spPr/>
      <dgm:t>
        <a:bodyPr/>
        <a:lstStyle/>
        <a:p>
          <a:endParaRPr lang="en-US"/>
        </a:p>
      </dgm:t>
    </dgm:pt>
    <dgm:pt modelId="{AD1F0B36-30A4-4840-B185-D3E7A40D4B3D}" type="sibTrans" cxnId="{88A6FA44-73FF-49D5-83BB-C5645614F440}">
      <dgm:prSet/>
      <dgm:spPr/>
      <dgm:t>
        <a:bodyPr/>
        <a:lstStyle/>
        <a:p>
          <a:endParaRPr lang="en-US"/>
        </a:p>
      </dgm:t>
    </dgm:pt>
    <dgm:pt modelId="{40B28BF5-3C82-4DAE-B207-AA2EE74BE7B4}">
      <dgm:prSet/>
      <dgm:spPr/>
      <dgm:t>
        <a:bodyPr/>
        <a:lstStyle/>
        <a:p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AI-based reasoning engine for accurate decision making.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7AE6C5-B9FB-4391-A9A2-DEA0EEBF2B6C}" type="parTrans" cxnId="{DC0F5ABD-9267-4601-8AAA-970A7A91090B}">
      <dgm:prSet/>
      <dgm:spPr/>
      <dgm:t>
        <a:bodyPr/>
        <a:lstStyle/>
        <a:p>
          <a:endParaRPr lang="en-US"/>
        </a:p>
      </dgm:t>
    </dgm:pt>
    <dgm:pt modelId="{E40280A5-EA03-408D-B7E3-354849762630}" type="sibTrans" cxnId="{DC0F5ABD-9267-4601-8AAA-970A7A91090B}">
      <dgm:prSet/>
      <dgm:spPr/>
      <dgm:t>
        <a:bodyPr/>
        <a:lstStyle/>
        <a:p>
          <a:endParaRPr lang="en-US"/>
        </a:p>
      </dgm:t>
    </dgm:pt>
    <dgm:pt modelId="{4D37B30E-D84E-4608-A7C9-2C589316096D}">
      <dgm:prSet/>
      <dgm:spPr/>
      <dgm:t>
        <a:bodyPr/>
        <a:lstStyle/>
        <a:p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Explainable eligibility results with clear reasons</a:t>
          </a:r>
          <a:r>
            <a:rPr lang="en-US" b="0" i="0" dirty="0"/>
            <a:t>.</a:t>
          </a:r>
          <a:endParaRPr lang="en-US" dirty="0"/>
        </a:p>
      </dgm:t>
    </dgm:pt>
    <dgm:pt modelId="{D74D0D68-BD12-4F95-9F7A-C1798A0FC1DF}" type="parTrans" cxnId="{F2EA81B1-9FE1-4B3F-9F81-84710B05D6B7}">
      <dgm:prSet/>
      <dgm:spPr/>
      <dgm:t>
        <a:bodyPr/>
        <a:lstStyle/>
        <a:p>
          <a:endParaRPr lang="en-US"/>
        </a:p>
      </dgm:t>
    </dgm:pt>
    <dgm:pt modelId="{1F0D9267-B915-4063-A739-5009021D062D}" type="sibTrans" cxnId="{F2EA81B1-9FE1-4B3F-9F81-84710B05D6B7}">
      <dgm:prSet/>
      <dgm:spPr/>
      <dgm:t>
        <a:bodyPr/>
        <a:lstStyle/>
        <a:p>
          <a:endParaRPr lang="en-US"/>
        </a:p>
      </dgm:t>
    </dgm:pt>
    <dgm:pt modelId="{C56C15F5-1CCD-4A7B-9F3A-D35B3E56207B}">
      <dgm:prSet/>
      <dgm:spPr/>
      <dgm:t>
        <a:bodyPr/>
        <a:lstStyle/>
        <a:p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Supports multiple visa categories with custom rules.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763542-1201-4216-9CB2-65EB423EC112}" type="parTrans" cxnId="{34D5B945-BEAA-4BCB-8905-173005C700C7}">
      <dgm:prSet/>
      <dgm:spPr/>
      <dgm:t>
        <a:bodyPr/>
        <a:lstStyle/>
        <a:p>
          <a:endParaRPr lang="en-US"/>
        </a:p>
      </dgm:t>
    </dgm:pt>
    <dgm:pt modelId="{377F248F-5C38-4D73-A272-C69E38E3D64D}" type="sibTrans" cxnId="{34D5B945-BEAA-4BCB-8905-173005C700C7}">
      <dgm:prSet/>
      <dgm:spPr/>
      <dgm:t>
        <a:bodyPr/>
        <a:lstStyle/>
        <a:p>
          <a:endParaRPr lang="en-US"/>
        </a:p>
      </dgm:t>
    </dgm:pt>
    <dgm:pt modelId="{5CBDFE46-5CD7-4045-85FE-9A10378FF544}">
      <dgm:prSet/>
      <dgm:spPr/>
      <dgm:t>
        <a:bodyPr/>
        <a:lstStyle/>
        <a:p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User-friendly and professional interface.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8BC133-9F09-4957-BA83-D9D5AD1DDC20}" type="parTrans" cxnId="{DE26F6C8-2E03-4C96-A642-F1BF2E1EA378}">
      <dgm:prSet/>
      <dgm:spPr/>
      <dgm:t>
        <a:bodyPr/>
        <a:lstStyle/>
        <a:p>
          <a:endParaRPr lang="en-US"/>
        </a:p>
      </dgm:t>
    </dgm:pt>
    <dgm:pt modelId="{EE2C9066-BC8A-48AF-8091-1B24E52E94FB}" type="sibTrans" cxnId="{DE26F6C8-2E03-4C96-A642-F1BF2E1EA378}">
      <dgm:prSet/>
      <dgm:spPr/>
      <dgm:t>
        <a:bodyPr/>
        <a:lstStyle/>
        <a:p>
          <a:endParaRPr lang="en-US"/>
        </a:p>
      </dgm:t>
    </dgm:pt>
    <dgm:pt modelId="{8A675F05-7EF4-4752-B030-995BF5D7DFB5}">
      <dgm:prSet/>
      <dgm:spPr/>
      <dgm:t>
        <a:bodyPr/>
        <a:lstStyle/>
        <a:p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Instant eligibility feedback.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F3DBDC-AE92-406D-9EFD-A8B5BE8426D3}" type="parTrans" cxnId="{6F0C1176-0496-41D9-9818-DB24FA252F51}">
      <dgm:prSet/>
      <dgm:spPr/>
      <dgm:t>
        <a:bodyPr/>
        <a:lstStyle/>
        <a:p>
          <a:endParaRPr lang="en-US"/>
        </a:p>
      </dgm:t>
    </dgm:pt>
    <dgm:pt modelId="{CFA54AED-3F8D-42A7-BDB1-A74C21257661}" type="sibTrans" cxnId="{6F0C1176-0496-41D9-9818-DB24FA252F51}">
      <dgm:prSet/>
      <dgm:spPr/>
      <dgm:t>
        <a:bodyPr/>
        <a:lstStyle/>
        <a:p>
          <a:endParaRPr lang="en-US"/>
        </a:p>
      </dgm:t>
    </dgm:pt>
    <dgm:pt modelId="{4C8E64F4-174A-4E96-88FF-C26381664F8B}" type="pres">
      <dgm:prSet presAssocID="{15CE5AA7-5D7D-4543-ACCA-3171CE39E5A8}" presName="root" presStyleCnt="0">
        <dgm:presLayoutVars>
          <dgm:dir/>
          <dgm:resizeHandles val="exact"/>
        </dgm:presLayoutVars>
      </dgm:prSet>
      <dgm:spPr/>
    </dgm:pt>
    <dgm:pt modelId="{DDEFEBCF-8611-4D3F-B78D-843A89CB7C9C}" type="pres">
      <dgm:prSet presAssocID="{E1BF324A-2725-473E-8CF5-F39541238A97}" presName="compNode" presStyleCnt="0"/>
      <dgm:spPr/>
    </dgm:pt>
    <dgm:pt modelId="{083476BB-C2E3-4DED-8510-DCA047359F85}" type="pres">
      <dgm:prSet presAssocID="{E1BF324A-2725-473E-8CF5-F39541238A97}" presName="bgRect" presStyleLbl="bgShp" presStyleIdx="0" presStyleCnt="6"/>
      <dgm:spPr/>
    </dgm:pt>
    <dgm:pt modelId="{A8E0E989-4AAA-433F-9FE7-8011BC3EF693}" type="pres">
      <dgm:prSet presAssocID="{E1BF324A-2725-473E-8CF5-F39541238A9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4FED1129-C931-4FCE-9C05-6AD84146A8AC}" type="pres">
      <dgm:prSet presAssocID="{E1BF324A-2725-473E-8CF5-F39541238A97}" presName="spaceRect" presStyleCnt="0"/>
      <dgm:spPr/>
    </dgm:pt>
    <dgm:pt modelId="{B21752E6-85E0-47D4-B11C-753A602C7125}" type="pres">
      <dgm:prSet presAssocID="{E1BF324A-2725-473E-8CF5-F39541238A97}" presName="parTx" presStyleLbl="revTx" presStyleIdx="0" presStyleCnt="6">
        <dgm:presLayoutVars>
          <dgm:chMax val="0"/>
          <dgm:chPref val="0"/>
        </dgm:presLayoutVars>
      </dgm:prSet>
      <dgm:spPr/>
    </dgm:pt>
    <dgm:pt modelId="{3DDCC893-72CA-43A8-B704-3FD185899A36}" type="pres">
      <dgm:prSet presAssocID="{AD1F0B36-30A4-4840-B185-D3E7A40D4B3D}" presName="sibTrans" presStyleCnt="0"/>
      <dgm:spPr/>
    </dgm:pt>
    <dgm:pt modelId="{BC9E642A-BE5B-4D21-8305-B565CF062CDA}" type="pres">
      <dgm:prSet presAssocID="{40B28BF5-3C82-4DAE-B207-AA2EE74BE7B4}" presName="compNode" presStyleCnt="0"/>
      <dgm:spPr/>
    </dgm:pt>
    <dgm:pt modelId="{5C025B45-9C57-4A33-A1C3-816C1CAE82BA}" type="pres">
      <dgm:prSet presAssocID="{40B28BF5-3C82-4DAE-B207-AA2EE74BE7B4}" presName="bgRect" presStyleLbl="bgShp" presStyleIdx="1" presStyleCnt="6"/>
      <dgm:spPr/>
    </dgm:pt>
    <dgm:pt modelId="{B369F036-CE03-4D19-96FB-402B30587376}" type="pres">
      <dgm:prSet presAssocID="{40B28BF5-3C82-4DAE-B207-AA2EE74BE7B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7F0522A-A3AA-4C24-BAF4-005FEF53D0B1}" type="pres">
      <dgm:prSet presAssocID="{40B28BF5-3C82-4DAE-B207-AA2EE74BE7B4}" presName="spaceRect" presStyleCnt="0"/>
      <dgm:spPr/>
    </dgm:pt>
    <dgm:pt modelId="{01ABB1C0-2457-4934-881A-4FF58116FAD9}" type="pres">
      <dgm:prSet presAssocID="{40B28BF5-3C82-4DAE-B207-AA2EE74BE7B4}" presName="parTx" presStyleLbl="revTx" presStyleIdx="1" presStyleCnt="6">
        <dgm:presLayoutVars>
          <dgm:chMax val="0"/>
          <dgm:chPref val="0"/>
        </dgm:presLayoutVars>
      </dgm:prSet>
      <dgm:spPr/>
    </dgm:pt>
    <dgm:pt modelId="{FF76A55A-7FFF-49D2-9581-75B49C650814}" type="pres">
      <dgm:prSet presAssocID="{E40280A5-EA03-408D-B7E3-354849762630}" presName="sibTrans" presStyleCnt="0"/>
      <dgm:spPr/>
    </dgm:pt>
    <dgm:pt modelId="{534AD176-A497-4A51-88B0-5B71C2327CA5}" type="pres">
      <dgm:prSet presAssocID="{4D37B30E-D84E-4608-A7C9-2C589316096D}" presName="compNode" presStyleCnt="0"/>
      <dgm:spPr/>
    </dgm:pt>
    <dgm:pt modelId="{18EA86F7-5C78-4AC3-83F5-863917AE2E46}" type="pres">
      <dgm:prSet presAssocID="{4D37B30E-D84E-4608-A7C9-2C589316096D}" presName="bgRect" presStyleLbl="bgShp" presStyleIdx="2" presStyleCnt="6"/>
      <dgm:spPr/>
    </dgm:pt>
    <dgm:pt modelId="{4F07204D-BB87-4CDD-86E5-AF71FFF86BCA}" type="pres">
      <dgm:prSet presAssocID="{4D37B30E-D84E-4608-A7C9-2C589316096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43FECF8-4BF9-4C5B-8371-36471CC57B58}" type="pres">
      <dgm:prSet presAssocID="{4D37B30E-D84E-4608-A7C9-2C589316096D}" presName="spaceRect" presStyleCnt="0"/>
      <dgm:spPr/>
    </dgm:pt>
    <dgm:pt modelId="{74413739-7A93-42B4-83C6-47E2F441ECF0}" type="pres">
      <dgm:prSet presAssocID="{4D37B30E-D84E-4608-A7C9-2C589316096D}" presName="parTx" presStyleLbl="revTx" presStyleIdx="2" presStyleCnt="6">
        <dgm:presLayoutVars>
          <dgm:chMax val="0"/>
          <dgm:chPref val="0"/>
        </dgm:presLayoutVars>
      </dgm:prSet>
      <dgm:spPr/>
    </dgm:pt>
    <dgm:pt modelId="{526C505E-FE47-4959-8825-3A63FAE6D1B1}" type="pres">
      <dgm:prSet presAssocID="{1F0D9267-B915-4063-A739-5009021D062D}" presName="sibTrans" presStyleCnt="0"/>
      <dgm:spPr/>
    </dgm:pt>
    <dgm:pt modelId="{E3D6B56D-22F3-4EFB-ABFF-A383744FBFD8}" type="pres">
      <dgm:prSet presAssocID="{C56C15F5-1CCD-4A7B-9F3A-D35B3E56207B}" presName="compNode" presStyleCnt="0"/>
      <dgm:spPr/>
    </dgm:pt>
    <dgm:pt modelId="{71B68649-404F-43CE-9FC3-313633AEE4F3}" type="pres">
      <dgm:prSet presAssocID="{C56C15F5-1CCD-4A7B-9F3A-D35B3E56207B}" presName="bgRect" presStyleLbl="bgShp" presStyleIdx="3" presStyleCnt="6"/>
      <dgm:spPr/>
    </dgm:pt>
    <dgm:pt modelId="{CD33B9AF-0191-4C52-8878-9E2BEC54021C}" type="pres">
      <dgm:prSet presAssocID="{C56C15F5-1CCD-4A7B-9F3A-D35B3E56207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C0F9C8D9-3114-4112-B606-558A85F196F4}" type="pres">
      <dgm:prSet presAssocID="{C56C15F5-1CCD-4A7B-9F3A-D35B3E56207B}" presName="spaceRect" presStyleCnt="0"/>
      <dgm:spPr/>
    </dgm:pt>
    <dgm:pt modelId="{BC9ADF5F-7A3E-4484-843E-E2D52D93BBFE}" type="pres">
      <dgm:prSet presAssocID="{C56C15F5-1CCD-4A7B-9F3A-D35B3E56207B}" presName="parTx" presStyleLbl="revTx" presStyleIdx="3" presStyleCnt="6">
        <dgm:presLayoutVars>
          <dgm:chMax val="0"/>
          <dgm:chPref val="0"/>
        </dgm:presLayoutVars>
      </dgm:prSet>
      <dgm:spPr/>
    </dgm:pt>
    <dgm:pt modelId="{64B33AD4-3EED-4379-893A-EDEC2BCDBE27}" type="pres">
      <dgm:prSet presAssocID="{377F248F-5C38-4D73-A272-C69E38E3D64D}" presName="sibTrans" presStyleCnt="0"/>
      <dgm:spPr/>
    </dgm:pt>
    <dgm:pt modelId="{C0020288-AA84-46B0-A65B-4671272626B5}" type="pres">
      <dgm:prSet presAssocID="{5CBDFE46-5CD7-4045-85FE-9A10378FF544}" presName="compNode" presStyleCnt="0"/>
      <dgm:spPr/>
    </dgm:pt>
    <dgm:pt modelId="{1FA1B1D4-CF4C-46D9-8A12-2B4CFDD7339E}" type="pres">
      <dgm:prSet presAssocID="{5CBDFE46-5CD7-4045-85FE-9A10378FF544}" presName="bgRect" presStyleLbl="bgShp" presStyleIdx="4" presStyleCnt="6"/>
      <dgm:spPr/>
    </dgm:pt>
    <dgm:pt modelId="{093DC9F5-A2DB-430A-8518-B2531AADD0ED}" type="pres">
      <dgm:prSet presAssocID="{5CBDFE46-5CD7-4045-85FE-9A10378FF54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AA433E7-A8A6-462F-AD19-08D3E83C2097}" type="pres">
      <dgm:prSet presAssocID="{5CBDFE46-5CD7-4045-85FE-9A10378FF544}" presName="spaceRect" presStyleCnt="0"/>
      <dgm:spPr/>
    </dgm:pt>
    <dgm:pt modelId="{DF5252A3-8812-4B2E-9181-96239B90900D}" type="pres">
      <dgm:prSet presAssocID="{5CBDFE46-5CD7-4045-85FE-9A10378FF544}" presName="parTx" presStyleLbl="revTx" presStyleIdx="4" presStyleCnt="6">
        <dgm:presLayoutVars>
          <dgm:chMax val="0"/>
          <dgm:chPref val="0"/>
        </dgm:presLayoutVars>
      </dgm:prSet>
      <dgm:spPr/>
    </dgm:pt>
    <dgm:pt modelId="{70E225EC-17B7-4CA1-A789-AF3319E9CABA}" type="pres">
      <dgm:prSet presAssocID="{EE2C9066-BC8A-48AF-8091-1B24E52E94FB}" presName="sibTrans" presStyleCnt="0"/>
      <dgm:spPr/>
    </dgm:pt>
    <dgm:pt modelId="{AE910BA9-670B-494A-BFBF-8AC52676A826}" type="pres">
      <dgm:prSet presAssocID="{8A675F05-7EF4-4752-B030-995BF5D7DFB5}" presName="compNode" presStyleCnt="0"/>
      <dgm:spPr/>
    </dgm:pt>
    <dgm:pt modelId="{916D6C2E-CD21-438C-B329-FA41EBFFB7BA}" type="pres">
      <dgm:prSet presAssocID="{8A675F05-7EF4-4752-B030-995BF5D7DFB5}" presName="bgRect" presStyleLbl="bgShp" presStyleIdx="5" presStyleCnt="6"/>
      <dgm:spPr/>
    </dgm:pt>
    <dgm:pt modelId="{8CA555E5-DE38-4E9E-B760-C1749C01CCEC}" type="pres">
      <dgm:prSet presAssocID="{8A675F05-7EF4-4752-B030-995BF5D7DFB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4496910-ADD5-4F65-B45E-1E13017DCD62}" type="pres">
      <dgm:prSet presAssocID="{8A675F05-7EF4-4752-B030-995BF5D7DFB5}" presName="spaceRect" presStyleCnt="0"/>
      <dgm:spPr/>
    </dgm:pt>
    <dgm:pt modelId="{FCF0BDB4-E441-4055-9089-D72EC970355C}" type="pres">
      <dgm:prSet presAssocID="{8A675F05-7EF4-4752-B030-995BF5D7DFB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99D0430-6755-4F7A-991C-6E79CFCB314E}" type="presOf" srcId="{4D37B30E-D84E-4608-A7C9-2C589316096D}" destId="{74413739-7A93-42B4-83C6-47E2F441ECF0}" srcOrd="0" destOrd="0" presId="urn:microsoft.com/office/officeart/2018/2/layout/IconVerticalSolidList"/>
    <dgm:cxn modelId="{543BFF35-F34E-4DD9-BFDD-DBE3163C96B8}" type="presOf" srcId="{8A675F05-7EF4-4752-B030-995BF5D7DFB5}" destId="{FCF0BDB4-E441-4055-9089-D72EC970355C}" srcOrd="0" destOrd="0" presId="urn:microsoft.com/office/officeart/2018/2/layout/IconVerticalSolidList"/>
    <dgm:cxn modelId="{B9046237-DE63-4F91-8ADC-6067754182A3}" type="presOf" srcId="{40B28BF5-3C82-4DAE-B207-AA2EE74BE7B4}" destId="{01ABB1C0-2457-4934-881A-4FF58116FAD9}" srcOrd="0" destOrd="0" presId="urn:microsoft.com/office/officeart/2018/2/layout/IconVerticalSolidList"/>
    <dgm:cxn modelId="{74DF503B-83A3-4947-A7C6-10CED74363E2}" type="presOf" srcId="{C56C15F5-1CCD-4A7B-9F3A-D35B3E56207B}" destId="{BC9ADF5F-7A3E-4484-843E-E2D52D93BBFE}" srcOrd="0" destOrd="0" presId="urn:microsoft.com/office/officeart/2018/2/layout/IconVerticalSolidList"/>
    <dgm:cxn modelId="{B9088663-F47F-4E9B-9F48-D1047DFDDB43}" type="presOf" srcId="{15CE5AA7-5D7D-4543-ACCA-3171CE39E5A8}" destId="{4C8E64F4-174A-4E96-88FF-C26381664F8B}" srcOrd="0" destOrd="0" presId="urn:microsoft.com/office/officeart/2018/2/layout/IconVerticalSolidList"/>
    <dgm:cxn modelId="{88A6FA44-73FF-49D5-83BB-C5645614F440}" srcId="{15CE5AA7-5D7D-4543-ACCA-3171CE39E5A8}" destId="{E1BF324A-2725-473E-8CF5-F39541238A97}" srcOrd="0" destOrd="0" parTransId="{97789496-9C82-4B7C-9C6E-FF0F7AF1C483}" sibTransId="{AD1F0B36-30A4-4840-B185-D3E7A40D4B3D}"/>
    <dgm:cxn modelId="{34D5B945-BEAA-4BCB-8905-173005C700C7}" srcId="{15CE5AA7-5D7D-4543-ACCA-3171CE39E5A8}" destId="{C56C15F5-1CCD-4A7B-9F3A-D35B3E56207B}" srcOrd="3" destOrd="0" parTransId="{52763542-1201-4216-9CB2-65EB423EC112}" sibTransId="{377F248F-5C38-4D73-A272-C69E38E3D64D}"/>
    <dgm:cxn modelId="{6F0C1176-0496-41D9-9818-DB24FA252F51}" srcId="{15CE5AA7-5D7D-4543-ACCA-3171CE39E5A8}" destId="{8A675F05-7EF4-4752-B030-995BF5D7DFB5}" srcOrd="5" destOrd="0" parTransId="{DAF3DBDC-AE92-406D-9EFD-A8B5BE8426D3}" sibTransId="{CFA54AED-3F8D-42A7-BDB1-A74C21257661}"/>
    <dgm:cxn modelId="{79DB0E99-A51E-4A60-B98E-134FFA5CDEE1}" type="presOf" srcId="{E1BF324A-2725-473E-8CF5-F39541238A97}" destId="{B21752E6-85E0-47D4-B11C-753A602C7125}" srcOrd="0" destOrd="0" presId="urn:microsoft.com/office/officeart/2018/2/layout/IconVerticalSolidList"/>
    <dgm:cxn modelId="{F2EA81B1-9FE1-4B3F-9F81-84710B05D6B7}" srcId="{15CE5AA7-5D7D-4543-ACCA-3171CE39E5A8}" destId="{4D37B30E-D84E-4608-A7C9-2C589316096D}" srcOrd="2" destOrd="0" parTransId="{D74D0D68-BD12-4F95-9F7A-C1798A0FC1DF}" sibTransId="{1F0D9267-B915-4063-A739-5009021D062D}"/>
    <dgm:cxn modelId="{DC0F5ABD-9267-4601-8AAA-970A7A91090B}" srcId="{15CE5AA7-5D7D-4543-ACCA-3171CE39E5A8}" destId="{40B28BF5-3C82-4DAE-B207-AA2EE74BE7B4}" srcOrd="1" destOrd="0" parTransId="{457AE6C5-B9FB-4391-A9A2-DEA0EEBF2B6C}" sibTransId="{E40280A5-EA03-408D-B7E3-354849762630}"/>
    <dgm:cxn modelId="{1D7128C8-6288-4CA7-A4EB-5EE15ADC5D74}" type="presOf" srcId="{5CBDFE46-5CD7-4045-85FE-9A10378FF544}" destId="{DF5252A3-8812-4B2E-9181-96239B90900D}" srcOrd="0" destOrd="0" presId="urn:microsoft.com/office/officeart/2018/2/layout/IconVerticalSolidList"/>
    <dgm:cxn modelId="{DE26F6C8-2E03-4C96-A642-F1BF2E1EA378}" srcId="{15CE5AA7-5D7D-4543-ACCA-3171CE39E5A8}" destId="{5CBDFE46-5CD7-4045-85FE-9A10378FF544}" srcOrd="4" destOrd="0" parTransId="{938BC133-9F09-4957-BA83-D9D5AD1DDC20}" sibTransId="{EE2C9066-BC8A-48AF-8091-1B24E52E94FB}"/>
    <dgm:cxn modelId="{94746194-7DEC-49D6-9468-0CA13D1660A8}" type="presParOf" srcId="{4C8E64F4-174A-4E96-88FF-C26381664F8B}" destId="{DDEFEBCF-8611-4D3F-B78D-843A89CB7C9C}" srcOrd="0" destOrd="0" presId="urn:microsoft.com/office/officeart/2018/2/layout/IconVerticalSolidList"/>
    <dgm:cxn modelId="{2DF0613D-3A34-4C2D-AF88-42C2F3D133A6}" type="presParOf" srcId="{DDEFEBCF-8611-4D3F-B78D-843A89CB7C9C}" destId="{083476BB-C2E3-4DED-8510-DCA047359F85}" srcOrd="0" destOrd="0" presId="urn:microsoft.com/office/officeart/2018/2/layout/IconVerticalSolidList"/>
    <dgm:cxn modelId="{ED1B05AD-B088-4E99-848E-36C5E41B209F}" type="presParOf" srcId="{DDEFEBCF-8611-4D3F-B78D-843A89CB7C9C}" destId="{A8E0E989-4AAA-433F-9FE7-8011BC3EF693}" srcOrd="1" destOrd="0" presId="urn:microsoft.com/office/officeart/2018/2/layout/IconVerticalSolidList"/>
    <dgm:cxn modelId="{FF015E90-317A-4451-896E-44304B627FD6}" type="presParOf" srcId="{DDEFEBCF-8611-4D3F-B78D-843A89CB7C9C}" destId="{4FED1129-C931-4FCE-9C05-6AD84146A8AC}" srcOrd="2" destOrd="0" presId="urn:microsoft.com/office/officeart/2018/2/layout/IconVerticalSolidList"/>
    <dgm:cxn modelId="{FE270124-E2A8-4625-AE8A-5199D901C36D}" type="presParOf" srcId="{DDEFEBCF-8611-4D3F-B78D-843A89CB7C9C}" destId="{B21752E6-85E0-47D4-B11C-753A602C7125}" srcOrd="3" destOrd="0" presId="urn:microsoft.com/office/officeart/2018/2/layout/IconVerticalSolidList"/>
    <dgm:cxn modelId="{2DD53AC5-617E-4FB8-A09C-0BACA07124AE}" type="presParOf" srcId="{4C8E64F4-174A-4E96-88FF-C26381664F8B}" destId="{3DDCC893-72CA-43A8-B704-3FD185899A36}" srcOrd="1" destOrd="0" presId="urn:microsoft.com/office/officeart/2018/2/layout/IconVerticalSolidList"/>
    <dgm:cxn modelId="{F9F76C6B-23A1-4201-8B74-054A72B2E03C}" type="presParOf" srcId="{4C8E64F4-174A-4E96-88FF-C26381664F8B}" destId="{BC9E642A-BE5B-4D21-8305-B565CF062CDA}" srcOrd="2" destOrd="0" presId="urn:microsoft.com/office/officeart/2018/2/layout/IconVerticalSolidList"/>
    <dgm:cxn modelId="{79425882-0079-4FDB-A9A4-51EE3D7C30EE}" type="presParOf" srcId="{BC9E642A-BE5B-4D21-8305-B565CF062CDA}" destId="{5C025B45-9C57-4A33-A1C3-816C1CAE82BA}" srcOrd="0" destOrd="0" presId="urn:microsoft.com/office/officeart/2018/2/layout/IconVerticalSolidList"/>
    <dgm:cxn modelId="{A230C017-4AC4-4C30-9BD9-494B98A9281C}" type="presParOf" srcId="{BC9E642A-BE5B-4D21-8305-B565CF062CDA}" destId="{B369F036-CE03-4D19-96FB-402B30587376}" srcOrd="1" destOrd="0" presId="urn:microsoft.com/office/officeart/2018/2/layout/IconVerticalSolidList"/>
    <dgm:cxn modelId="{422D2F57-98D5-4E37-966C-CAC1F5DC2A01}" type="presParOf" srcId="{BC9E642A-BE5B-4D21-8305-B565CF062CDA}" destId="{C7F0522A-A3AA-4C24-BAF4-005FEF53D0B1}" srcOrd="2" destOrd="0" presId="urn:microsoft.com/office/officeart/2018/2/layout/IconVerticalSolidList"/>
    <dgm:cxn modelId="{4471D124-4BDA-4894-9DCE-FC77C28A1101}" type="presParOf" srcId="{BC9E642A-BE5B-4D21-8305-B565CF062CDA}" destId="{01ABB1C0-2457-4934-881A-4FF58116FAD9}" srcOrd="3" destOrd="0" presId="urn:microsoft.com/office/officeart/2018/2/layout/IconVerticalSolidList"/>
    <dgm:cxn modelId="{247E2E8E-9103-4F49-97BD-CBE1C3352581}" type="presParOf" srcId="{4C8E64F4-174A-4E96-88FF-C26381664F8B}" destId="{FF76A55A-7FFF-49D2-9581-75B49C650814}" srcOrd="3" destOrd="0" presId="urn:microsoft.com/office/officeart/2018/2/layout/IconVerticalSolidList"/>
    <dgm:cxn modelId="{837967FB-6660-456A-B92F-030F4CF85C15}" type="presParOf" srcId="{4C8E64F4-174A-4E96-88FF-C26381664F8B}" destId="{534AD176-A497-4A51-88B0-5B71C2327CA5}" srcOrd="4" destOrd="0" presId="urn:microsoft.com/office/officeart/2018/2/layout/IconVerticalSolidList"/>
    <dgm:cxn modelId="{6E7C2050-E026-491C-B110-890DDA29DC64}" type="presParOf" srcId="{534AD176-A497-4A51-88B0-5B71C2327CA5}" destId="{18EA86F7-5C78-4AC3-83F5-863917AE2E46}" srcOrd="0" destOrd="0" presId="urn:microsoft.com/office/officeart/2018/2/layout/IconVerticalSolidList"/>
    <dgm:cxn modelId="{8E86ACD4-1E4D-47CF-9BF3-46B454C7B1F2}" type="presParOf" srcId="{534AD176-A497-4A51-88B0-5B71C2327CA5}" destId="{4F07204D-BB87-4CDD-86E5-AF71FFF86BCA}" srcOrd="1" destOrd="0" presId="urn:microsoft.com/office/officeart/2018/2/layout/IconVerticalSolidList"/>
    <dgm:cxn modelId="{27C3C0FF-5C4B-4D68-8D9E-2CFE1D6AF9A3}" type="presParOf" srcId="{534AD176-A497-4A51-88B0-5B71C2327CA5}" destId="{B43FECF8-4BF9-4C5B-8371-36471CC57B58}" srcOrd="2" destOrd="0" presId="urn:microsoft.com/office/officeart/2018/2/layout/IconVerticalSolidList"/>
    <dgm:cxn modelId="{83FA4A9F-06AF-4837-B824-05CF85E1E698}" type="presParOf" srcId="{534AD176-A497-4A51-88B0-5B71C2327CA5}" destId="{74413739-7A93-42B4-83C6-47E2F441ECF0}" srcOrd="3" destOrd="0" presId="urn:microsoft.com/office/officeart/2018/2/layout/IconVerticalSolidList"/>
    <dgm:cxn modelId="{34E80CE7-6CD7-4715-A66A-4732BB195DB0}" type="presParOf" srcId="{4C8E64F4-174A-4E96-88FF-C26381664F8B}" destId="{526C505E-FE47-4959-8825-3A63FAE6D1B1}" srcOrd="5" destOrd="0" presId="urn:microsoft.com/office/officeart/2018/2/layout/IconVerticalSolidList"/>
    <dgm:cxn modelId="{F0DC84AB-39A6-413A-9685-A15FCBD769CE}" type="presParOf" srcId="{4C8E64F4-174A-4E96-88FF-C26381664F8B}" destId="{E3D6B56D-22F3-4EFB-ABFF-A383744FBFD8}" srcOrd="6" destOrd="0" presId="urn:microsoft.com/office/officeart/2018/2/layout/IconVerticalSolidList"/>
    <dgm:cxn modelId="{B0056D22-FBF8-4B45-AAEA-F25ED7A793C2}" type="presParOf" srcId="{E3D6B56D-22F3-4EFB-ABFF-A383744FBFD8}" destId="{71B68649-404F-43CE-9FC3-313633AEE4F3}" srcOrd="0" destOrd="0" presId="urn:microsoft.com/office/officeart/2018/2/layout/IconVerticalSolidList"/>
    <dgm:cxn modelId="{BFFDB667-95B5-44FE-9F5D-9EBDF98F6399}" type="presParOf" srcId="{E3D6B56D-22F3-4EFB-ABFF-A383744FBFD8}" destId="{CD33B9AF-0191-4C52-8878-9E2BEC54021C}" srcOrd="1" destOrd="0" presId="urn:microsoft.com/office/officeart/2018/2/layout/IconVerticalSolidList"/>
    <dgm:cxn modelId="{09F4F212-276F-49B9-B01C-46500FEC5EE6}" type="presParOf" srcId="{E3D6B56D-22F3-4EFB-ABFF-A383744FBFD8}" destId="{C0F9C8D9-3114-4112-B606-558A85F196F4}" srcOrd="2" destOrd="0" presId="urn:microsoft.com/office/officeart/2018/2/layout/IconVerticalSolidList"/>
    <dgm:cxn modelId="{6FD580A8-4893-4B7F-903C-E944E4946437}" type="presParOf" srcId="{E3D6B56D-22F3-4EFB-ABFF-A383744FBFD8}" destId="{BC9ADF5F-7A3E-4484-843E-E2D52D93BBFE}" srcOrd="3" destOrd="0" presId="urn:microsoft.com/office/officeart/2018/2/layout/IconVerticalSolidList"/>
    <dgm:cxn modelId="{B1105FD7-99CF-4DA2-8A03-A5D31C7D8DD3}" type="presParOf" srcId="{4C8E64F4-174A-4E96-88FF-C26381664F8B}" destId="{64B33AD4-3EED-4379-893A-EDEC2BCDBE27}" srcOrd="7" destOrd="0" presId="urn:microsoft.com/office/officeart/2018/2/layout/IconVerticalSolidList"/>
    <dgm:cxn modelId="{B8E124D2-8B21-41F1-868D-5FA1BF11B977}" type="presParOf" srcId="{4C8E64F4-174A-4E96-88FF-C26381664F8B}" destId="{C0020288-AA84-46B0-A65B-4671272626B5}" srcOrd="8" destOrd="0" presId="urn:microsoft.com/office/officeart/2018/2/layout/IconVerticalSolidList"/>
    <dgm:cxn modelId="{B19BA1C7-DDBC-4D7E-B348-C5D992DCAB7F}" type="presParOf" srcId="{C0020288-AA84-46B0-A65B-4671272626B5}" destId="{1FA1B1D4-CF4C-46D9-8A12-2B4CFDD7339E}" srcOrd="0" destOrd="0" presId="urn:microsoft.com/office/officeart/2018/2/layout/IconVerticalSolidList"/>
    <dgm:cxn modelId="{ABC0BF93-38D4-4DE8-8A98-3E736C48E1F8}" type="presParOf" srcId="{C0020288-AA84-46B0-A65B-4671272626B5}" destId="{093DC9F5-A2DB-430A-8518-B2531AADD0ED}" srcOrd="1" destOrd="0" presId="urn:microsoft.com/office/officeart/2018/2/layout/IconVerticalSolidList"/>
    <dgm:cxn modelId="{FE0F34AA-F473-4021-9E8F-58D34901A657}" type="presParOf" srcId="{C0020288-AA84-46B0-A65B-4671272626B5}" destId="{8AA433E7-A8A6-462F-AD19-08D3E83C2097}" srcOrd="2" destOrd="0" presId="urn:microsoft.com/office/officeart/2018/2/layout/IconVerticalSolidList"/>
    <dgm:cxn modelId="{0987BC0C-0683-4E74-A0ED-54B148E1FE95}" type="presParOf" srcId="{C0020288-AA84-46B0-A65B-4671272626B5}" destId="{DF5252A3-8812-4B2E-9181-96239B90900D}" srcOrd="3" destOrd="0" presId="urn:microsoft.com/office/officeart/2018/2/layout/IconVerticalSolidList"/>
    <dgm:cxn modelId="{AE47A39F-D165-42F0-A157-871EC3D6F76F}" type="presParOf" srcId="{4C8E64F4-174A-4E96-88FF-C26381664F8B}" destId="{70E225EC-17B7-4CA1-A789-AF3319E9CABA}" srcOrd="9" destOrd="0" presId="urn:microsoft.com/office/officeart/2018/2/layout/IconVerticalSolidList"/>
    <dgm:cxn modelId="{6BF40463-06C8-4AD0-B111-595264631F9B}" type="presParOf" srcId="{4C8E64F4-174A-4E96-88FF-C26381664F8B}" destId="{AE910BA9-670B-494A-BFBF-8AC52676A826}" srcOrd="10" destOrd="0" presId="urn:microsoft.com/office/officeart/2018/2/layout/IconVerticalSolidList"/>
    <dgm:cxn modelId="{42A455D7-5514-421C-BB3F-A1D6D8A6F5B6}" type="presParOf" srcId="{AE910BA9-670B-494A-BFBF-8AC52676A826}" destId="{916D6C2E-CD21-438C-B329-FA41EBFFB7BA}" srcOrd="0" destOrd="0" presId="urn:microsoft.com/office/officeart/2018/2/layout/IconVerticalSolidList"/>
    <dgm:cxn modelId="{95E7BC8B-E35C-47CC-9492-E7C469EC9720}" type="presParOf" srcId="{AE910BA9-670B-494A-BFBF-8AC52676A826}" destId="{8CA555E5-DE38-4E9E-B760-C1749C01CCEC}" srcOrd="1" destOrd="0" presId="urn:microsoft.com/office/officeart/2018/2/layout/IconVerticalSolidList"/>
    <dgm:cxn modelId="{F91948B3-D66C-4764-8797-710E1F37F38F}" type="presParOf" srcId="{AE910BA9-670B-494A-BFBF-8AC52676A826}" destId="{74496910-ADD5-4F65-B45E-1E13017DCD62}" srcOrd="2" destOrd="0" presId="urn:microsoft.com/office/officeart/2018/2/layout/IconVerticalSolidList"/>
    <dgm:cxn modelId="{22D11B91-9578-4629-843D-17373334E0F3}" type="presParOf" srcId="{AE910BA9-670B-494A-BFBF-8AC52676A826}" destId="{FCF0BDB4-E441-4055-9089-D72EC97035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045E55-554D-4262-8FA5-D6B643EB1B0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6447E9-1CFB-4794-A09F-5A2886EBB3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Eligibility checking time reduced from hours to seconds.</a:t>
          </a:r>
          <a:endParaRPr lang="en-US"/>
        </a:p>
      </dgm:t>
    </dgm:pt>
    <dgm:pt modelId="{26C5D6D0-7F0C-4E2C-BECE-F5AE2B45D5B7}" type="parTrans" cxnId="{B4284E3D-5361-467E-B2A6-3F9BA95B3956}">
      <dgm:prSet/>
      <dgm:spPr/>
      <dgm:t>
        <a:bodyPr/>
        <a:lstStyle/>
        <a:p>
          <a:endParaRPr lang="en-US"/>
        </a:p>
      </dgm:t>
    </dgm:pt>
    <dgm:pt modelId="{360B78DB-779D-419B-A1BC-5E46AB398A39}" type="sibTrans" cxnId="{B4284E3D-5361-467E-B2A6-3F9BA95B3956}">
      <dgm:prSet/>
      <dgm:spPr/>
      <dgm:t>
        <a:bodyPr/>
        <a:lstStyle/>
        <a:p>
          <a:endParaRPr lang="en-US"/>
        </a:p>
      </dgm:t>
    </dgm:pt>
    <dgm:pt modelId="{807DB398-803D-450A-B63A-811FE8CB0B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Improved accuracy using policy-based AI reasoning</a:t>
          </a:r>
          <a:endParaRPr lang="en-US"/>
        </a:p>
      </dgm:t>
    </dgm:pt>
    <dgm:pt modelId="{49DA56FB-1E0F-4B03-8ECB-9588E3BE128A}" type="parTrans" cxnId="{EA63F22D-9BDF-4590-BDE6-B4F963C9FF47}">
      <dgm:prSet/>
      <dgm:spPr/>
      <dgm:t>
        <a:bodyPr/>
        <a:lstStyle/>
        <a:p>
          <a:endParaRPr lang="en-US"/>
        </a:p>
      </dgm:t>
    </dgm:pt>
    <dgm:pt modelId="{8D38DD73-BEF7-4C7F-881A-AC17E2BAD6DE}" type="sibTrans" cxnId="{EA63F22D-9BDF-4590-BDE6-B4F963C9FF47}">
      <dgm:prSet/>
      <dgm:spPr/>
      <dgm:t>
        <a:bodyPr/>
        <a:lstStyle/>
        <a:p>
          <a:endParaRPr lang="en-US"/>
        </a:p>
      </dgm:t>
    </dgm:pt>
    <dgm:pt modelId="{0D193C51-6A96-40EB-A7BB-AD6E0161B3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Simple and intuitive interface for non-technical users</a:t>
          </a:r>
          <a:endParaRPr lang="en-US"/>
        </a:p>
      </dgm:t>
    </dgm:pt>
    <dgm:pt modelId="{38EC42D7-ECA8-48F0-8E71-F5A8FC593EA7}" type="parTrans" cxnId="{1B1D692A-1115-4CF6-B6D1-3F853713D986}">
      <dgm:prSet/>
      <dgm:spPr/>
      <dgm:t>
        <a:bodyPr/>
        <a:lstStyle/>
        <a:p>
          <a:endParaRPr lang="en-US"/>
        </a:p>
      </dgm:t>
    </dgm:pt>
    <dgm:pt modelId="{0CEE9533-AE1D-4E27-BC46-009D74F4037F}" type="sibTrans" cxnId="{1B1D692A-1115-4CF6-B6D1-3F853713D986}">
      <dgm:prSet/>
      <dgm:spPr/>
      <dgm:t>
        <a:bodyPr/>
        <a:lstStyle/>
        <a:p>
          <a:endParaRPr lang="en-US"/>
        </a:p>
      </dgm:t>
    </dgm:pt>
    <dgm:pt modelId="{45EC8C0E-6B3F-484C-9E59-A68163E941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Eliminates manual interpretation of visa rules</a:t>
          </a:r>
          <a:endParaRPr lang="en-US"/>
        </a:p>
      </dgm:t>
    </dgm:pt>
    <dgm:pt modelId="{24B7842B-B324-420D-8C87-37E1BBBE8DBD}" type="parTrans" cxnId="{F133DA80-D840-43EA-9450-89BC528C55B0}">
      <dgm:prSet/>
      <dgm:spPr/>
      <dgm:t>
        <a:bodyPr/>
        <a:lstStyle/>
        <a:p>
          <a:endParaRPr lang="en-US"/>
        </a:p>
      </dgm:t>
    </dgm:pt>
    <dgm:pt modelId="{BC05D009-4DA0-4CB5-84B1-2A43424AFFF6}" type="sibTrans" cxnId="{F133DA80-D840-43EA-9450-89BC528C55B0}">
      <dgm:prSet/>
      <dgm:spPr/>
      <dgm:t>
        <a:bodyPr/>
        <a:lstStyle/>
        <a:p>
          <a:endParaRPr lang="en-US"/>
        </a:p>
      </dgm:t>
    </dgm:pt>
    <dgm:pt modelId="{DCA59218-C33A-450D-B93B-5E9230E53A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Reliable and consistent eligibility decisions</a:t>
          </a:r>
          <a:endParaRPr lang="en-US"/>
        </a:p>
      </dgm:t>
    </dgm:pt>
    <dgm:pt modelId="{9429C9D0-C1CB-48E7-AAF1-3B184A789E8B}" type="parTrans" cxnId="{7C33E1C7-811C-4027-B03E-69A56A6AC52F}">
      <dgm:prSet/>
      <dgm:spPr/>
      <dgm:t>
        <a:bodyPr/>
        <a:lstStyle/>
        <a:p>
          <a:endParaRPr lang="en-US"/>
        </a:p>
      </dgm:t>
    </dgm:pt>
    <dgm:pt modelId="{D9893F2E-5495-40D7-8270-94E9D2738F74}" type="sibTrans" cxnId="{7C33E1C7-811C-4027-B03E-69A56A6AC52F}">
      <dgm:prSet/>
      <dgm:spPr/>
      <dgm:t>
        <a:bodyPr/>
        <a:lstStyle/>
        <a:p>
          <a:endParaRPr lang="en-US"/>
        </a:p>
      </dgm:t>
    </dgm:pt>
    <dgm:pt modelId="{9158615C-01BA-4F0B-89BE-8C144EDBC3BF}" type="pres">
      <dgm:prSet presAssocID="{ED045E55-554D-4262-8FA5-D6B643EB1B0B}" presName="root" presStyleCnt="0">
        <dgm:presLayoutVars>
          <dgm:dir/>
          <dgm:resizeHandles val="exact"/>
        </dgm:presLayoutVars>
      </dgm:prSet>
      <dgm:spPr/>
    </dgm:pt>
    <dgm:pt modelId="{A9869D4D-ECF2-46E8-B899-3ADD811ED852}" type="pres">
      <dgm:prSet presAssocID="{DD6447E9-1CFB-4794-A09F-5A2886EBB300}" presName="compNode" presStyleCnt="0"/>
      <dgm:spPr/>
    </dgm:pt>
    <dgm:pt modelId="{81186F81-5B17-4F7B-BC09-695D6705DFC9}" type="pres">
      <dgm:prSet presAssocID="{DD6447E9-1CFB-4794-A09F-5A2886EBB30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13FE592-D042-4481-87EA-6BEEFA303B97}" type="pres">
      <dgm:prSet presAssocID="{DD6447E9-1CFB-4794-A09F-5A2886EBB300}" presName="spaceRect" presStyleCnt="0"/>
      <dgm:spPr/>
    </dgm:pt>
    <dgm:pt modelId="{7C7DA9FB-CE9E-41E4-8FE1-FA4774544FC7}" type="pres">
      <dgm:prSet presAssocID="{DD6447E9-1CFB-4794-A09F-5A2886EBB300}" presName="textRect" presStyleLbl="revTx" presStyleIdx="0" presStyleCnt="5">
        <dgm:presLayoutVars>
          <dgm:chMax val="1"/>
          <dgm:chPref val="1"/>
        </dgm:presLayoutVars>
      </dgm:prSet>
      <dgm:spPr/>
    </dgm:pt>
    <dgm:pt modelId="{CBD106AE-E291-4614-AD9C-17709D64A407}" type="pres">
      <dgm:prSet presAssocID="{360B78DB-779D-419B-A1BC-5E46AB398A39}" presName="sibTrans" presStyleCnt="0"/>
      <dgm:spPr/>
    </dgm:pt>
    <dgm:pt modelId="{17555BC0-72C2-400A-9D35-21EE133C5424}" type="pres">
      <dgm:prSet presAssocID="{807DB398-803D-450A-B63A-811FE8CB0B15}" presName="compNode" presStyleCnt="0"/>
      <dgm:spPr/>
    </dgm:pt>
    <dgm:pt modelId="{EEA3262E-DD96-4216-86CB-23C620A5FC23}" type="pres">
      <dgm:prSet presAssocID="{807DB398-803D-450A-B63A-811FE8CB0B1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F243323-BDCD-45E0-8655-FA9BF9F30DB3}" type="pres">
      <dgm:prSet presAssocID="{807DB398-803D-450A-B63A-811FE8CB0B15}" presName="spaceRect" presStyleCnt="0"/>
      <dgm:spPr/>
    </dgm:pt>
    <dgm:pt modelId="{252431D6-CB1E-4635-8A3A-07874501065E}" type="pres">
      <dgm:prSet presAssocID="{807DB398-803D-450A-B63A-811FE8CB0B15}" presName="textRect" presStyleLbl="revTx" presStyleIdx="1" presStyleCnt="5">
        <dgm:presLayoutVars>
          <dgm:chMax val="1"/>
          <dgm:chPref val="1"/>
        </dgm:presLayoutVars>
      </dgm:prSet>
      <dgm:spPr/>
    </dgm:pt>
    <dgm:pt modelId="{BBBE6F35-38E0-4842-858C-5B73F9841836}" type="pres">
      <dgm:prSet presAssocID="{8D38DD73-BEF7-4C7F-881A-AC17E2BAD6DE}" presName="sibTrans" presStyleCnt="0"/>
      <dgm:spPr/>
    </dgm:pt>
    <dgm:pt modelId="{666C2277-1D05-4452-8E1B-81673921E68A}" type="pres">
      <dgm:prSet presAssocID="{0D193C51-6A96-40EB-A7BB-AD6E0161B316}" presName="compNode" presStyleCnt="0"/>
      <dgm:spPr/>
    </dgm:pt>
    <dgm:pt modelId="{B7D00CFF-D14C-4D3A-94CC-25496BEA5140}" type="pres">
      <dgm:prSet presAssocID="{0D193C51-6A96-40EB-A7BB-AD6E0161B31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A8D2478-ABCF-40B0-8038-A5A92B849838}" type="pres">
      <dgm:prSet presAssocID="{0D193C51-6A96-40EB-A7BB-AD6E0161B316}" presName="spaceRect" presStyleCnt="0"/>
      <dgm:spPr/>
    </dgm:pt>
    <dgm:pt modelId="{EF3C821B-2E19-4D3E-874F-AB83C5505930}" type="pres">
      <dgm:prSet presAssocID="{0D193C51-6A96-40EB-A7BB-AD6E0161B316}" presName="textRect" presStyleLbl="revTx" presStyleIdx="2" presStyleCnt="5">
        <dgm:presLayoutVars>
          <dgm:chMax val="1"/>
          <dgm:chPref val="1"/>
        </dgm:presLayoutVars>
      </dgm:prSet>
      <dgm:spPr/>
    </dgm:pt>
    <dgm:pt modelId="{0EEE4487-B16D-49D0-B447-BD29F75FBE1E}" type="pres">
      <dgm:prSet presAssocID="{0CEE9533-AE1D-4E27-BC46-009D74F4037F}" presName="sibTrans" presStyleCnt="0"/>
      <dgm:spPr/>
    </dgm:pt>
    <dgm:pt modelId="{FA1A2423-40A4-449B-A439-3BBBC0459F33}" type="pres">
      <dgm:prSet presAssocID="{45EC8C0E-6B3F-484C-9E59-A68163E941D1}" presName="compNode" presStyleCnt="0"/>
      <dgm:spPr/>
    </dgm:pt>
    <dgm:pt modelId="{415AEA4B-49F8-4260-8AF9-8B8F1766B6FE}" type="pres">
      <dgm:prSet presAssocID="{45EC8C0E-6B3F-484C-9E59-A68163E941D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4DFA157-9288-47F0-9A09-B21E87DC31EA}" type="pres">
      <dgm:prSet presAssocID="{45EC8C0E-6B3F-484C-9E59-A68163E941D1}" presName="spaceRect" presStyleCnt="0"/>
      <dgm:spPr/>
    </dgm:pt>
    <dgm:pt modelId="{CE26962A-2592-4977-BE15-710A389255D3}" type="pres">
      <dgm:prSet presAssocID="{45EC8C0E-6B3F-484C-9E59-A68163E941D1}" presName="textRect" presStyleLbl="revTx" presStyleIdx="3" presStyleCnt="5">
        <dgm:presLayoutVars>
          <dgm:chMax val="1"/>
          <dgm:chPref val="1"/>
        </dgm:presLayoutVars>
      </dgm:prSet>
      <dgm:spPr/>
    </dgm:pt>
    <dgm:pt modelId="{93E7F90F-7E62-4BE8-A374-0B058876E15D}" type="pres">
      <dgm:prSet presAssocID="{BC05D009-4DA0-4CB5-84B1-2A43424AFFF6}" presName="sibTrans" presStyleCnt="0"/>
      <dgm:spPr/>
    </dgm:pt>
    <dgm:pt modelId="{B9EAE419-DB6D-4CD3-B57F-C7C035BD03EC}" type="pres">
      <dgm:prSet presAssocID="{DCA59218-C33A-450D-B93B-5E9230E53A85}" presName="compNode" presStyleCnt="0"/>
      <dgm:spPr/>
    </dgm:pt>
    <dgm:pt modelId="{ED53A138-9C3C-4A0A-B1C9-6DB482771553}" type="pres">
      <dgm:prSet presAssocID="{DCA59218-C33A-450D-B93B-5E9230E53A8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040ABDA-69E9-427C-B734-A49AA38953E9}" type="pres">
      <dgm:prSet presAssocID="{DCA59218-C33A-450D-B93B-5E9230E53A85}" presName="spaceRect" presStyleCnt="0"/>
      <dgm:spPr/>
    </dgm:pt>
    <dgm:pt modelId="{E8466307-2567-4037-9296-3A506BFD4D8E}" type="pres">
      <dgm:prSet presAssocID="{DCA59218-C33A-450D-B93B-5E9230E53A8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2C18B0F-8B9D-45B9-9A6B-65AEE844324F}" type="presOf" srcId="{DCA59218-C33A-450D-B93B-5E9230E53A85}" destId="{E8466307-2567-4037-9296-3A506BFD4D8E}" srcOrd="0" destOrd="0" presId="urn:microsoft.com/office/officeart/2018/2/layout/IconLabelList"/>
    <dgm:cxn modelId="{1B1D692A-1115-4CF6-B6D1-3F853713D986}" srcId="{ED045E55-554D-4262-8FA5-D6B643EB1B0B}" destId="{0D193C51-6A96-40EB-A7BB-AD6E0161B316}" srcOrd="2" destOrd="0" parTransId="{38EC42D7-ECA8-48F0-8E71-F5A8FC593EA7}" sibTransId="{0CEE9533-AE1D-4E27-BC46-009D74F4037F}"/>
    <dgm:cxn modelId="{EA63F22D-9BDF-4590-BDE6-B4F963C9FF47}" srcId="{ED045E55-554D-4262-8FA5-D6B643EB1B0B}" destId="{807DB398-803D-450A-B63A-811FE8CB0B15}" srcOrd="1" destOrd="0" parTransId="{49DA56FB-1E0F-4B03-8ECB-9588E3BE128A}" sibTransId="{8D38DD73-BEF7-4C7F-881A-AC17E2BAD6DE}"/>
    <dgm:cxn modelId="{B4284E3D-5361-467E-B2A6-3F9BA95B3956}" srcId="{ED045E55-554D-4262-8FA5-D6B643EB1B0B}" destId="{DD6447E9-1CFB-4794-A09F-5A2886EBB300}" srcOrd="0" destOrd="0" parTransId="{26C5D6D0-7F0C-4E2C-BECE-F5AE2B45D5B7}" sibTransId="{360B78DB-779D-419B-A1BC-5E46AB398A39}"/>
    <dgm:cxn modelId="{50FD553F-CD42-4DE9-9162-7D8257159847}" type="presOf" srcId="{0D193C51-6A96-40EB-A7BB-AD6E0161B316}" destId="{EF3C821B-2E19-4D3E-874F-AB83C5505930}" srcOrd="0" destOrd="0" presId="urn:microsoft.com/office/officeart/2018/2/layout/IconLabelList"/>
    <dgm:cxn modelId="{D73BE64B-1556-440D-8C77-B430600D3C2F}" type="presOf" srcId="{ED045E55-554D-4262-8FA5-D6B643EB1B0B}" destId="{9158615C-01BA-4F0B-89BE-8C144EDBC3BF}" srcOrd="0" destOrd="0" presId="urn:microsoft.com/office/officeart/2018/2/layout/IconLabelList"/>
    <dgm:cxn modelId="{F133DA80-D840-43EA-9450-89BC528C55B0}" srcId="{ED045E55-554D-4262-8FA5-D6B643EB1B0B}" destId="{45EC8C0E-6B3F-484C-9E59-A68163E941D1}" srcOrd="3" destOrd="0" parTransId="{24B7842B-B324-420D-8C87-37E1BBBE8DBD}" sibTransId="{BC05D009-4DA0-4CB5-84B1-2A43424AFFF6}"/>
    <dgm:cxn modelId="{C0BE9185-160F-49FF-8A13-0CC1A48AE6B2}" type="presOf" srcId="{807DB398-803D-450A-B63A-811FE8CB0B15}" destId="{252431D6-CB1E-4635-8A3A-07874501065E}" srcOrd="0" destOrd="0" presId="urn:microsoft.com/office/officeart/2018/2/layout/IconLabelList"/>
    <dgm:cxn modelId="{918F6897-2211-4187-AF56-1FE4493C9980}" type="presOf" srcId="{45EC8C0E-6B3F-484C-9E59-A68163E941D1}" destId="{CE26962A-2592-4977-BE15-710A389255D3}" srcOrd="0" destOrd="0" presId="urn:microsoft.com/office/officeart/2018/2/layout/IconLabelList"/>
    <dgm:cxn modelId="{7C33E1C7-811C-4027-B03E-69A56A6AC52F}" srcId="{ED045E55-554D-4262-8FA5-D6B643EB1B0B}" destId="{DCA59218-C33A-450D-B93B-5E9230E53A85}" srcOrd="4" destOrd="0" parTransId="{9429C9D0-C1CB-48E7-AAF1-3B184A789E8B}" sibTransId="{D9893F2E-5495-40D7-8270-94E9D2738F74}"/>
    <dgm:cxn modelId="{F203E9C8-8BF0-44DC-89AF-A09DA3F31CD1}" type="presOf" srcId="{DD6447E9-1CFB-4794-A09F-5A2886EBB300}" destId="{7C7DA9FB-CE9E-41E4-8FE1-FA4774544FC7}" srcOrd="0" destOrd="0" presId="urn:microsoft.com/office/officeart/2018/2/layout/IconLabelList"/>
    <dgm:cxn modelId="{786DEC8C-5C9C-4037-916D-DF052C8DEB44}" type="presParOf" srcId="{9158615C-01BA-4F0B-89BE-8C144EDBC3BF}" destId="{A9869D4D-ECF2-46E8-B899-3ADD811ED852}" srcOrd="0" destOrd="0" presId="urn:microsoft.com/office/officeart/2018/2/layout/IconLabelList"/>
    <dgm:cxn modelId="{93F19F04-D611-40E6-BFB4-BFE0DAC6E527}" type="presParOf" srcId="{A9869D4D-ECF2-46E8-B899-3ADD811ED852}" destId="{81186F81-5B17-4F7B-BC09-695D6705DFC9}" srcOrd="0" destOrd="0" presId="urn:microsoft.com/office/officeart/2018/2/layout/IconLabelList"/>
    <dgm:cxn modelId="{E737906D-1376-409B-9009-429FEA41E353}" type="presParOf" srcId="{A9869D4D-ECF2-46E8-B899-3ADD811ED852}" destId="{B13FE592-D042-4481-87EA-6BEEFA303B97}" srcOrd="1" destOrd="0" presId="urn:microsoft.com/office/officeart/2018/2/layout/IconLabelList"/>
    <dgm:cxn modelId="{C81DB2F4-0E7B-454D-85F5-2CC90A47DBD0}" type="presParOf" srcId="{A9869D4D-ECF2-46E8-B899-3ADD811ED852}" destId="{7C7DA9FB-CE9E-41E4-8FE1-FA4774544FC7}" srcOrd="2" destOrd="0" presId="urn:microsoft.com/office/officeart/2018/2/layout/IconLabelList"/>
    <dgm:cxn modelId="{D5C94F02-5FA9-44D2-A1E4-D42440CDAAB0}" type="presParOf" srcId="{9158615C-01BA-4F0B-89BE-8C144EDBC3BF}" destId="{CBD106AE-E291-4614-AD9C-17709D64A407}" srcOrd="1" destOrd="0" presId="urn:microsoft.com/office/officeart/2018/2/layout/IconLabelList"/>
    <dgm:cxn modelId="{EDB414C5-0F04-4F38-88FC-C3D3D2CEB410}" type="presParOf" srcId="{9158615C-01BA-4F0B-89BE-8C144EDBC3BF}" destId="{17555BC0-72C2-400A-9D35-21EE133C5424}" srcOrd="2" destOrd="0" presId="urn:microsoft.com/office/officeart/2018/2/layout/IconLabelList"/>
    <dgm:cxn modelId="{8A1D1496-EE42-4A45-BA1C-123C5FD0F775}" type="presParOf" srcId="{17555BC0-72C2-400A-9D35-21EE133C5424}" destId="{EEA3262E-DD96-4216-86CB-23C620A5FC23}" srcOrd="0" destOrd="0" presId="urn:microsoft.com/office/officeart/2018/2/layout/IconLabelList"/>
    <dgm:cxn modelId="{D781DBC9-7C29-45FE-B562-E6950221FE38}" type="presParOf" srcId="{17555BC0-72C2-400A-9D35-21EE133C5424}" destId="{1F243323-BDCD-45E0-8655-FA9BF9F30DB3}" srcOrd="1" destOrd="0" presId="urn:microsoft.com/office/officeart/2018/2/layout/IconLabelList"/>
    <dgm:cxn modelId="{301987FF-96F6-445E-807F-47B902C5F12E}" type="presParOf" srcId="{17555BC0-72C2-400A-9D35-21EE133C5424}" destId="{252431D6-CB1E-4635-8A3A-07874501065E}" srcOrd="2" destOrd="0" presId="urn:microsoft.com/office/officeart/2018/2/layout/IconLabelList"/>
    <dgm:cxn modelId="{78205DDE-0CD9-48CB-97FC-485BE156F0D3}" type="presParOf" srcId="{9158615C-01BA-4F0B-89BE-8C144EDBC3BF}" destId="{BBBE6F35-38E0-4842-858C-5B73F9841836}" srcOrd="3" destOrd="0" presId="urn:microsoft.com/office/officeart/2018/2/layout/IconLabelList"/>
    <dgm:cxn modelId="{7599675F-83A6-4E05-BB2D-5A737E7DAB31}" type="presParOf" srcId="{9158615C-01BA-4F0B-89BE-8C144EDBC3BF}" destId="{666C2277-1D05-4452-8E1B-81673921E68A}" srcOrd="4" destOrd="0" presId="urn:microsoft.com/office/officeart/2018/2/layout/IconLabelList"/>
    <dgm:cxn modelId="{BC775D72-B38E-476A-882D-35F976C34673}" type="presParOf" srcId="{666C2277-1D05-4452-8E1B-81673921E68A}" destId="{B7D00CFF-D14C-4D3A-94CC-25496BEA5140}" srcOrd="0" destOrd="0" presId="urn:microsoft.com/office/officeart/2018/2/layout/IconLabelList"/>
    <dgm:cxn modelId="{79EB3FF9-A409-4DE9-9AEF-98327A1FC60A}" type="presParOf" srcId="{666C2277-1D05-4452-8E1B-81673921E68A}" destId="{DA8D2478-ABCF-40B0-8038-A5A92B849838}" srcOrd="1" destOrd="0" presId="urn:microsoft.com/office/officeart/2018/2/layout/IconLabelList"/>
    <dgm:cxn modelId="{BBFCA422-5CD4-4851-B62F-AFF84D529315}" type="presParOf" srcId="{666C2277-1D05-4452-8E1B-81673921E68A}" destId="{EF3C821B-2E19-4D3E-874F-AB83C5505930}" srcOrd="2" destOrd="0" presId="urn:microsoft.com/office/officeart/2018/2/layout/IconLabelList"/>
    <dgm:cxn modelId="{5D9E344C-24C5-4B3A-8817-DEC7A2A36C14}" type="presParOf" srcId="{9158615C-01BA-4F0B-89BE-8C144EDBC3BF}" destId="{0EEE4487-B16D-49D0-B447-BD29F75FBE1E}" srcOrd="5" destOrd="0" presId="urn:microsoft.com/office/officeart/2018/2/layout/IconLabelList"/>
    <dgm:cxn modelId="{2E55517E-590D-4283-8CE4-56D6C6268392}" type="presParOf" srcId="{9158615C-01BA-4F0B-89BE-8C144EDBC3BF}" destId="{FA1A2423-40A4-449B-A439-3BBBC0459F33}" srcOrd="6" destOrd="0" presId="urn:microsoft.com/office/officeart/2018/2/layout/IconLabelList"/>
    <dgm:cxn modelId="{89222A4E-F9A7-49B2-9308-F1ABEC279CAF}" type="presParOf" srcId="{FA1A2423-40A4-449B-A439-3BBBC0459F33}" destId="{415AEA4B-49F8-4260-8AF9-8B8F1766B6FE}" srcOrd="0" destOrd="0" presId="urn:microsoft.com/office/officeart/2018/2/layout/IconLabelList"/>
    <dgm:cxn modelId="{A9F9173F-548C-4B99-A532-5B72C5A852A3}" type="presParOf" srcId="{FA1A2423-40A4-449B-A439-3BBBC0459F33}" destId="{A4DFA157-9288-47F0-9A09-B21E87DC31EA}" srcOrd="1" destOrd="0" presId="urn:microsoft.com/office/officeart/2018/2/layout/IconLabelList"/>
    <dgm:cxn modelId="{CE6B7670-9A7D-4E8B-B7B9-09FC6341AD55}" type="presParOf" srcId="{FA1A2423-40A4-449B-A439-3BBBC0459F33}" destId="{CE26962A-2592-4977-BE15-710A389255D3}" srcOrd="2" destOrd="0" presId="urn:microsoft.com/office/officeart/2018/2/layout/IconLabelList"/>
    <dgm:cxn modelId="{597FD19F-5100-43DE-A222-CBE3750D8F83}" type="presParOf" srcId="{9158615C-01BA-4F0B-89BE-8C144EDBC3BF}" destId="{93E7F90F-7E62-4BE8-A374-0B058876E15D}" srcOrd="7" destOrd="0" presId="urn:microsoft.com/office/officeart/2018/2/layout/IconLabelList"/>
    <dgm:cxn modelId="{D08A3EFA-6F12-469D-9FEE-4E185B81F336}" type="presParOf" srcId="{9158615C-01BA-4F0B-89BE-8C144EDBC3BF}" destId="{B9EAE419-DB6D-4CD3-B57F-C7C035BD03EC}" srcOrd="8" destOrd="0" presId="urn:microsoft.com/office/officeart/2018/2/layout/IconLabelList"/>
    <dgm:cxn modelId="{0B7DDB68-5026-4D40-9B85-048116A4C63A}" type="presParOf" srcId="{B9EAE419-DB6D-4CD3-B57F-C7C035BD03EC}" destId="{ED53A138-9C3C-4A0A-B1C9-6DB482771553}" srcOrd="0" destOrd="0" presId="urn:microsoft.com/office/officeart/2018/2/layout/IconLabelList"/>
    <dgm:cxn modelId="{6EA2D017-88E5-4AB0-9BE9-2786331FB48E}" type="presParOf" srcId="{B9EAE419-DB6D-4CD3-B57F-C7C035BD03EC}" destId="{E040ABDA-69E9-427C-B734-A49AA38953E9}" srcOrd="1" destOrd="0" presId="urn:microsoft.com/office/officeart/2018/2/layout/IconLabelList"/>
    <dgm:cxn modelId="{AF5BBE53-410D-4E26-A1B5-F159717B9691}" type="presParOf" srcId="{B9EAE419-DB6D-4CD3-B57F-C7C035BD03EC}" destId="{E8466307-2567-4037-9296-3A506BFD4D8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A98725-9F01-45E9-939A-77369D1942C2}">
      <dsp:nvSpPr>
        <dsp:cNvPr id="0" name=""/>
        <dsp:cNvSpPr/>
      </dsp:nvSpPr>
      <dsp:spPr>
        <a:xfrm>
          <a:off x="193985" y="480115"/>
          <a:ext cx="800766" cy="8007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9C93D-3019-4909-87F7-4A94719D7418}">
      <dsp:nvSpPr>
        <dsp:cNvPr id="0" name=""/>
        <dsp:cNvSpPr/>
      </dsp:nvSpPr>
      <dsp:spPr>
        <a:xfrm>
          <a:off x="362146" y="648275"/>
          <a:ext cx="464444" cy="4644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B0D37-A39E-4889-9913-FD141774F00F}">
      <dsp:nvSpPr>
        <dsp:cNvPr id="0" name=""/>
        <dsp:cNvSpPr/>
      </dsp:nvSpPr>
      <dsp:spPr>
        <a:xfrm>
          <a:off x="1166344" y="480115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Swift Visa is an AI-based visa eligibility screening system</a:t>
          </a:r>
          <a:endParaRPr lang="en-US" sz="1200" kern="1200"/>
        </a:p>
      </dsp:txBody>
      <dsp:txXfrm>
        <a:off x="1166344" y="480115"/>
        <a:ext cx="1887520" cy="800766"/>
      </dsp:txXfrm>
    </dsp:sp>
    <dsp:sp modelId="{15B021C4-B46F-4BFC-99A8-62A2B75DA3F6}">
      <dsp:nvSpPr>
        <dsp:cNvPr id="0" name=""/>
        <dsp:cNvSpPr/>
      </dsp:nvSpPr>
      <dsp:spPr>
        <a:xfrm>
          <a:off x="3382751" y="480115"/>
          <a:ext cx="800766" cy="80076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EEDDE-F00E-4396-861C-FFCF8F406486}">
      <dsp:nvSpPr>
        <dsp:cNvPr id="0" name=""/>
        <dsp:cNvSpPr/>
      </dsp:nvSpPr>
      <dsp:spPr>
        <a:xfrm>
          <a:off x="3550912" y="648275"/>
          <a:ext cx="464444" cy="4644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8EB15-04E7-427D-9C27-96352C7979D3}">
      <dsp:nvSpPr>
        <dsp:cNvPr id="0" name=""/>
        <dsp:cNvSpPr/>
      </dsp:nvSpPr>
      <dsp:spPr>
        <a:xfrm>
          <a:off x="4355110" y="480115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It evaluates applicant information against official UK visa policy documents</a:t>
          </a:r>
          <a:endParaRPr lang="en-US" sz="1200" kern="1200"/>
        </a:p>
      </dsp:txBody>
      <dsp:txXfrm>
        <a:off x="4355110" y="480115"/>
        <a:ext cx="1887520" cy="800766"/>
      </dsp:txXfrm>
    </dsp:sp>
    <dsp:sp modelId="{EB32D0D9-FB33-4782-B7EE-3C8198816A25}">
      <dsp:nvSpPr>
        <dsp:cNvPr id="0" name=""/>
        <dsp:cNvSpPr/>
      </dsp:nvSpPr>
      <dsp:spPr>
        <a:xfrm>
          <a:off x="6571517" y="480115"/>
          <a:ext cx="800766" cy="80076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B9126-B82F-4846-85E5-CAD9913A0066}">
      <dsp:nvSpPr>
        <dsp:cNvPr id="0" name=""/>
        <dsp:cNvSpPr/>
      </dsp:nvSpPr>
      <dsp:spPr>
        <a:xfrm>
          <a:off x="6739678" y="648275"/>
          <a:ext cx="464444" cy="4644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E9C09-488B-4377-BFEF-F2ACCF6FD77F}">
      <dsp:nvSpPr>
        <dsp:cNvPr id="0" name=""/>
        <dsp:cNvSpPr/>
      </dsp:nvSpPr>
      <dsp:spPr>
        <a:xfrm>
          <a:off x="7543876" y="480115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The system provides a clear eligibility outcome with supporting reasons</a:t>
          </a:r>
          <a:endParaRPr lang="en-US" sz="1200" kern="1200"/>
        </a:p>
      </dsp:txBody>
      <dsp:txXfrm>
        <a:off x="7543876" y="480115"/>
        <a:ext cx="1887520" cy="800766"/>
      </dsp:txXfrm>
    </dsp:sp>
    <dsp:sp modelId="{512BD404-7D58-4CA5-B7CC-C6748A74B51D}">
      <dsp:nvSpPr>
        <dsp:cNvPr id="0" name=""/>
        <dsp:cNvSpPr/>
      </dsp:nvSpPr>
      <dsp:spPr>
        <a:xfrm>
          <a:off x="193985" y="1805579"/>
          <a:ext cx="800766" cy="80076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232F9D-9F1C-4497-9C08-4F8A6F7A1009}">
      <dsp:nvSpPr>
        <dsp:cNvPr id="0" name=""/>
        <dsp:cNvSpPr/>
      </dsp:nvSpPr>
      <dsp:spPr>
        <a:xfrm>
          <a:off x="362146" y="1973740"/>
          <a:ext cx="464444" cy="4644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1CFCD-4270-4234-A2A5-DBAB9A9E9060}">
      <dsp:nvSpPr>
        <dsp:cNvPr id="0" name=""/>
        <dsp:cNvSpPr/>
      </dsp:nvSpPr>
      <dsp:spPr>
        <a:xfrm>
          <a:off x="1166344" y="1805579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Policy rules are sourced directly from PDF documents</a:t>
          </a:r>
          <a:endParaRPr lang="en-US" sz="1200" kern="1200"/>
        </a:p>
      </dsp:txBody>
      <dsp:txXfrm>
        <a:off x="1166344" y="1805579"/>
        <a:ext cx="1887520" cy="800766"/>
      </dsp:txXfrm>
    </dsp:sp>
    <dsp:sp modelId="{AF1F9E55-F2B7-4985-8063-9D841239E858}">
      <dsp:nvSpPr>
        <dsp:cNvPr id="0" name=""/>
        <dsp:cNvSpPr/>
      </dsp:nvSpPr>
      <dsp:spPr>
        <a:xfrm>
          <a:off x="3382751" y="1805579"/>
          <a:ext cx="800766" cy="80076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699A5-EB95-401C-8F10-77B9D3FF063B}">
      <dsp:nvSpPr>
        <dsp:cNvPr id="0" name=""/>
        <dsp:cNvSpPr/>
      </dsp:nvSpPr>
      <dsp:spPr>
        <a:xfrm>
          <a:off x="3550912" y="1973740"/>
          <a:ext cx="464444" cy="4644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C3825-FAB5-4161-87CF-3C8431204005}">
      <dsp:nvSpPr>
        <dsp:cNvPr id="0" name=""/>
        <dsp:cNvSpPr/>
      </dsp:nvSpPr>
      <dsp:spPr>
        <a:xfrm>
          <a:off x="4355110" y="1805579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The solution is designed to be transparent, structured, and user-friendly</a:t>
          </a:r>
          <a:endParaRPr lang="en-US" sz="1200" kern="1200"/>
        </a:p>
      </dsp:txBody>
      <dsp:txXfrm>
        <a:off x="4355110" y="1805579"/>
        <a:ext cx="1887520" cy="800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476BB-C2E3-4DED-8510-DCA047359F85}">
      <dsp:nvSpPr>
        <dsp:cNvPr id="0" name=""/>
        <dsp:cNvSpPr/>
      </dsp:nvSpPr>
      <dsp:spPr>
        <a:xfrm>
          <a:off x="0" y="1697"/>
          <a:ext cx="6391275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0E989-4AAA-433F-9FE7-8011BC3EF693}">
      <dsp:nvSpPr>
        <dsp:cNvPr id="0" name=""/>
        <dsp:cNvSpPr/>
      </dsp:nvSpPr>
      <dsp:spPr>
        <a:xfrm>
          <a:off x="218771" y="164420"/>
          <a:ext cx="397767" cy="397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752E6-85E0-47D4-B11C-753A602C7125}">
      <dsp:nvSpPr>
        <dsp:cNvPr id="0" name=""/>
        <dsp:cNvSpPr/>
      </dsp:nvSpPr>
      <dsp:spPr>
        <a:xfrm>
          <a:off x="835310" y="1697"/>
          <a:ext cx="5555964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Policy-driven eligibility evaluation based on official UK visa rules.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5310" y="1697"/>
        <a:ext cx="5555964" cy="723212"/>
      </dsp:txXfrm>
    </dsp:sp>
    <dsp:sp modelId="{5C025B45-9C57-4A33-A1C3-816C1CAE82BA}">
      <dsp:nvSpPr>
        <dsp:cNvPr id="0" name=""/>
        <dsp:cNvSpPr/>
      </dsp:nvSpPr>
      <dsp:spPr>
        <a:xfrm>
          <a:off x="0" y="905713"/>
          <a:ext cx="6391275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69F036-CE03-4D19-96FB-402B30587376}">
      <dsp:nvSpPr>
        <dsp:cNvPr id="0" name=""/>
        <dsp:cNvSpPr/>
      </dsp:nvSpPr>
      <dsp:spPr>
        <a:xfrm>
          <a:off x="218771" y="1068436"/>
          <a:ext cx="397767" cy="397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BB1C0-2457-4934-881A-4FF58116FAD9}">
      <dsp:nvSpPr>
        <dsp:cNvPr id="0" name=""/>
        <dsp:cNvSpPr/>
      </dsp:nvSpPr>
      <dsp:spPr>
        <a:xfrm>
          <a:off x="835310" y="905713"/>
          <a:ext cx="5555964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AI-based reasoning engine for accurate decision making.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5310" y="905713"/>
        <a:ext cx="5555964" cy="723212"/>
      </dsp:txXfrm>
    </dsp:sp>
    <dsp:sp modelId="{18EA86F7-5C78-4AC3-83F5-863917AE2E46}">
      <dsp:nvSpPr>
        <dsp:cNvPr id="0" name=""/>
        <dsp:cNvSpPr/>
      </dsp:nvSpPr>
      <dsp:spPr>
        <a:xfrm>
          <a:off x="0" y="1809729"/>
          <a:ext cx="6391275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7204D-BB87-4CDD-86E5-AF71FFF86BCA}">
      <dsp:nvSpPr>
        <dsp:cNvPr id="0" name=""/>
        <dsp:cNvSpPr/>
      </dsp:nvSpPr>
      <dsp:spPr>
        <a:xfrm>
          <a:off x="218771" y="1972452"/>
          <a:ext cx="397767" cy="397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13739-7A93-42B4-83C6-47E2F441ECF0}">
      <dsp:nvSpPr>
        <dsp:cNvPr id="0" name=""/>
        <dsp:cNvSpPr/>
      </dsp:nvSpPr>
      <dsp:spPr>
        <a:xfrm>
          <a:off x="835310" y="1809729"/>
          <a:ext cx="5555964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Explainable eligibility results with clear reasons</a:t>
          </a:r>
          <a:r>
            <a:rPr lang="en-US" sz="1900" b="0" i="0" kern="1200" dirty="0"/>
            <a:t>.</a:t>
          </a:r>
          <a:endParaRPr lang="en-US" sz="1900" kern="1200" dirty="0"/>
        </a:p>
      </dsp:txBody>
      <dsp:txXfrm>
        <a:off x="835310" y="1809729"/>
        <a:ext cx="5555964" cy="723212"/>
      </dsp:txXfrm>
    </dsp:sp>
    <dsp:sp modelId="{71B68649-404F-43CE-9FC3-313633AEE4F3}">
      <dsp:nvSpPr>
        <dsp:cNvPr id="0" name=""/>
        <dsp:cNvSpPr/>
      </dsp:nvSpPr>
      <dsp:spPr>
        <a:xfrm>
          <a:off x="0" y="2713745"/>
          <a:ext cx="6391275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3B9AF-0191-4C52-8878-9E2BEC54021C}">
      <dsp:nvSpPr>
        <dsp:cNvPr id="0" name=""/>
        <dsp:cNvSpPr/>
      </dsp:nvSpPr>
      <dsp:spPr>
        <a:xfrm>
          <a:off x="218771" y="2876467"/>
          <a:ext cx="397767" cy="3977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ADF5F-7A3E-4484-843E-E2D52D93BBFE}">
      <dsp:nvSpPr>
        <dsp:cNvPr id="0" name=""/>
        <dsp:cNvSpPr/>
      </dsp:nvSpPr>
      <dsp:spPr>
        <a:xfrm>
          <a:off x="835310" y="2713745"/>
          <a:ext cx="5555964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Supports multiple visa categories with custom rules.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5310" y="2713745"/>
        <a:ext cx="5555964" cy="723212"/>
      </dsp:txXfrm>
    </dsp:sp>
    <dsp:sp modelId="{1FA1B1D4-CF4C-46D9-8A12-2B4CFDD7339E}">
      <dsp:nvSpPr>
        <dsp:cNvPr id="0" name=""/>
        <dsp:cNvSpPr/>
      </dsp:nvSpPr>
      <dsp:spPr>
        <a:xfrm>
          <a:off x="0" y="3617761"/>
          <a:ext cx="6391275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3DC9F5-A2DB-430A-8518-B2531AADD0ED}">
      <dsp:nvSpPr>
        <dsp:cNvPr id="0" name=""/>
        <dsp:cNvSpPr/>
      </dsp:nvSpPr>
      <dsp:spPr>
        <a:xfrm>
          <a:off x="218771" y="3780483"/>
          <a:ext cx="397767" cy="3977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252A3-8812-4B2E-9181-96239B90900D}">
      <dsp:nvSpPr>
        <dsp:cNvPr id="0" name=""/>
        <dsp:cNvSpPr/>
      </dsp:nvSpPr>
      <dsp:spPr>
        <a:xfrm>
          <a:off x="835310" y="3617761"/>
          <a:ext cx="5555964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User-friendly and professional interface.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5310" y="3617761"/>
        <a:ext cx="5555964" cy="723212"/>
      </dsp:txXfrm>
    </dsp:sp>
    <dsp:sp modelId="{916D6C2E-CD21-438C-B329-FA41EBFFB7BA}">
      <dsp:nvSpPr>
        <dsp:cNvPr id="0" name=""/>
        <dsp:cNvSpPr/>
      </dsp:nvSpPr>
      <dsp:spPr>
        <a:xfrm>
          <a:off x="0" y="4521777"/>
          <a:ext cx="6391275" cy="723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555E5-DE38-4E9E-B760-C1749C01CCEC}">
      <dsp:nvSpPr>
        <dsp:cNvPr id="0" name=""/>
        <dsp:cNvSpPr/>
      </dsp:nvSpPr>
      <dsp:spPr>
        <a:xfrm>
          <a:off x="218771" y="4684499"/>
          <a:ext cx="397767" cy="39776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0BDB4-E441-4055-9089-D72EC970355C}">
      <dsp:nvSpPr>
        <dsp:cNvPr id="0" name=""/>
        <dsp:cNvSpPr/>
      </dsp:nvSpPr>
      <dsp:spPr>
        <a:xfrm>
          <a:off x="835310" y="4521777"/>
          <a:ext cx="5555964" cy="723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40" tIns="76540" rIns="76540" bIns="765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Instant eligibility feedback.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5310" y="4521777"/>
        <a:ext cx="5555964" cy="7232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86F81-5B17-4F7B-BC09-695D6705DFC9}">
      <dsp:nvSpPr>
        <dsp:cNvPr id="0" name=""/>
        <dsp:cNvSpPr/>
      </dsp:nvSpPr>
      <dsp:spPr>
        <a:xfrm>
          <a:off x="429626" y="934627"/>
          <a:ext cx="696093" cy="696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DA9FB-CE9E-41E4-8FE1-FA4774544FC7}">
      <dsp:nvSpPr>
        <dsp:cNvPr id="0" name=""/>
        <dsp:cNvSpPr/>
      </dsp:nvSpPr>
      <dsp:spPr>
        <a:xfrm>
          <a:off x="4235" y="1862922"/>
          <a:ext cx="1546875" cy="6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Eligibility checking time reduced from hours to seconds.</a:t>
          </a:r>
          <a:endParaRPr lang="en-US" sz="1200" kern="1200"/>
        </a:p>
      </dsp:txBody>
      <dsp:txXfrm>
        <a:off x="4235" y="1862922"/>
        <a:ext cx="1546875" cy="618750"/>
      </dsp:txXfrm>
    </dsp:sp>
    <dsp:sp modelId="{EEA3262E-DD96-4216-86CB-23C620A5FC23}">
      <dsp:nvSpPr>
        <dsp:cNvPr id="0" name=""/>
        <dsp:cNvSpPr/>
      </dsp:nvSpPr>
      <dsp:spPr>
        <a:xfrm>
          <a:off x="2247204" y="934627"/>
          <a:ext cx="696093" cy="696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431D6-CB1E-4635-8A3A-07874501065E}">
      <dsp:nvSpPr>
        <dsp:cNvPr id="0" name=""/>
        <dsp:cNvSpPr/>
      </dsp:nvSpPr>
      <dsp:spPr>
        <a:xfrm>
          <a:off x="1821813" y="1862922"/>
          <a:ext cx="1546875" cy="6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Improved accuracy using policy-based AI reasoning</a:t>
          </a:r>
          <a:endParaRPr lang="en-US" sz="1200" kern="1200"/>
        </a:p>
      </dsp:txBody>
      <dsp:txXfrm>
        <a:off x="1821813" y="1862922"/>
        <a:ext cx="1546875" cy="618750"/>
      </dsp:txXfrm>
    </dsp:sp>
    <dsp:sp modelId="{B7D00CFF-D14C-4D3A-94CC-25496BEA5140}">
      <dsp:nvSpPr>
        <dsp:cNvPr id="0" name=""/>
        <dsp:cNvSpPr/>
      </dsp:nvSpPr>
      <dsp:spPr>
        <a:xfrm>
          <a:off x="4064782" y="934627"/>
          <a:ext cx="696093" cy="696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C821B-2E19-4D3E-874F-AB83C5505930}">
      <dsp:nvSpPr>
        <dsp:cNvPr id="0" name=""/>
        <dsp:cNvSpPr/>
      </dsp:nvSpPr>
      <dsp:spPr>
        <a:xfrm>
          <a:off x="3639392" y="1862922"/>
          <a:ext cx="1546875" cy="6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Simple and intuitive interface for non-technical users</a:t>
          </a:r>
          <a:endParaRPr lang="en-US" sz="1200" kern="1200"/>
        </a:p>
      </dsp:txBody>
      <dsp:txXfrm>
        <a:off x="3639392" y="1862922"/>
        <a:ext cx="1546875" cy="618750"/>
      </dsp:txXfrm>
    </dsp:sp>
    <dsp:sp modelId="{415AEA4B-49F8-4260-8AF9-8B8F1766B6FE}">
      <dsp:nvSpPr>
        <dsp:cNvPr id="0" name=""/>
        <dsp:cNvSpPr/>
      </dsp:nvSpPr>
      <dsp:spPr>
        <a:xfrm>
          <a:off x="5882360" y="934627"/>
          <a:ext cx="696093" cy="696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6962A-2592-4977-BE15-710A389255D3}">
      <dsp:nvSpPr>
        <dsp:cNvPr id="0" name=""/>
        <dsp:cNvSpPr/>
      </dsp:nvSpPr>
      <dsp:spPr>
        <a:xfrm>
          <a:off x="5456970" y="1862922"/>
          <a:ext cx="1546875" cy="6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Eliminates manual interpretation of visa rules</a:t>
          </a:r>
          <a:endParaRPr lang="en-US" sz="1200" kern="1200"/>
        </a:p>
      </dsp:txBody>
      <dsp:txXfrm>
        <a:off x="5456970" y="1862922"/>
        <a:ext cx="1546875" cy="618750"/>
      </dsp:txXfrm>
    </dsp:sp>
    <dsp:sp modelId="{ED53A138-9C3C-4A0A-B1C9-6DB482771553}">
      <dsp:nvSpPr>
        <dsp:cNvPr id="0" name=""/>
        <dsp:cNvSpPr/>
      </dsp:nvSpPr>
      <dsp:spPr>
        <a:xfrm>
          <a:off x="7699938" y="934627"/>
          <a:ext cx="696093" cy="69609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66307-2567-4037-9296-3A506BFD4D8E}">
      <dsp:nvSpPr>
        <dsp:cNvPr id="0" name=""/>
        <dsp:cNvSpPr/>
      </dsp:nvSpPr>
      <dsp:spPr>
        <a:xfrm>
          <a:off x="7274548" y="1862922"/>
          <a:ext cx="1546875" cy="6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Reliable and consistent eligibility decisions</a:t>
          </a:r>
          <a:endParaRPr lang="en-US" sz="1200" kern="1200"/>
        </a:p>
      </dsp:txBody>
      <dsp:txXfrm>
        <a:off x="7274548" y="1862922"/>
        <a:ext cx="1546875" cy="618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2E0FB-3E57-4430-A9E4-A9822F867FF1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2AE6B-191D-4E0A-A850-684A5904F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9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1D61EF-7F6E-7C2E-A5AE-CD33FF1D9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169773"/>
            <a:ext cx="8825658" cy="2870161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Swift Visa: AI-Based UK Visa Eligibility Screening Agent</a:t>
            </a:r>
            <a:br>
              <a:rPr lang="en-US" sz="3000" b="1" dirty="0">
                <a:solidFill>
                  <a:schemeClr val="tx1"/>
                </a:solidFill>
              </a:rPr>
            </a:br>
            <a:br>
              <a:rPr lang="en-US" sz="3000" b="1" dirty="0">
                <a:solidFill>
                  <a:schemeClr val="tx1"/>
                </a:solidFill>
              </a:rPr>
            </a:b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</a:t>
            </a:r>
            <a:b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Technology: AI| Python| Stream lit</a:t>
            </a:r>
            <a:b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93765-CF1F-7E8A-5CFE-D9215F13B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4293441"/>
            <a:ext cx="8825658" cy="1234148"/>
          </a:xfrm>
        </p:spPr>
        <p:txBody>
          <a:bodyPr>
            <a:norm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V. Kiran Kumar Reddy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91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15B0-B708-7D2F-3089-FC02FD31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8F2E3-1F94-528F-DCC0-F937011A5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467" y="2793582"/>
            <a:ext cx="3031901" cy="303190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63A07AA-AB6B-7F79-64E4-E8DA6205EA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1336" y="2603500"/>
            <a:ext cx="6551597" cy="3416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 visa eligibility rules are complex and difficult for applicants to interpret correctly.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visa policy information is lengthy and not easily accessible for quick eligibility checks.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evaluation of visa eligibility is time-consuming and prone to human error.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 requirements vary across different visa categories, increasing confusion for applicants.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policy-driven system that provides transparent and structured eligibility feedback before application submission.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04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7428-A3AC-C53C-0FF9-F3E20D984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95B34-EFAA-9B70-AF87-DE57095F21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44" b="4"/>
          <a:stretch>
            <a:fillRect/>
          </a:stretch>
        </p:blipFill>
        <p:spPr>
          <a:xfrm>
            <a:off x="1151467" y="2775951"/>
            <a:ext cx="4345024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FB9E8-3001-A28A-2A92-1B7C666DF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954" y="2603500"/>
            <a:ext cx="5211979" cy="3416300"/>
          </a:xfrm>
        </p:spPr>
        <p:txBody>
          <a:bodyPr anchor="ctr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Applicants manually check UK visa eligibility using official websites and policy PDFs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Heavy dependency on visa consultants and agents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Eligibility verification is time-consuming and complex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often leads to errors and confusion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instant or automated eligibility confirmation</a:t>
            </a:r>
          </a:p>
        </p:txBody>
      </p:sp>
    </p:spTree>
    <p:extLst>
      <p:ext uri="{BB962C8B-B14F-4D97-AF65-F5344CB8AC3E}">
        <p14:creationId xmlns:p14="http://schemas.microsoft.com/office/powerpoint/2010/main" val="402773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00BB-A9A9-891B-CE7C-D8737F4C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19D218-2ED7-9E80-CFA2-5311C881D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480113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974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CDA8-3BA5-7C0E-3C1E-26D94810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sz="3200" b="1" dirty="0"/>
              <a:t>KEY TECHNOLOGIES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04373FF-7A82-83B7-C86D-E6CD51CC0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44" b="4"/>
          <a:stretch>
            <a:fillRect/>
          </a:stretch>
        </p:blipFill>
        <p:spPr>
          <a:xfrm>
            <a:off x="572347" y="2778068"/>
            <a:ext cx="4345024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200DF-FD65-BC0B-A6FF-F0963375B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468032"/>
            <a:ext cx="6041813" cy="3416300"/>
          </a:xfrm>
        </p:spPr>
        <p:txBody>
          <a:bodyPr anchor="ctr">
            <a:normAutofit fontScale="925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 for application logic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framework for building the interactive user interface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Groq API (LLaMA Models)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AI-based eligibility reasoning engine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PyPDF2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Extraction of eligibility rules from UK visa policy PDFs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&amp; CSS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Custom styling for a professional UI.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Combines vector search results with AI reasoning for accurate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32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CF080-01C5-D4BD-095E-E7E4B370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Visa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30D85-C7AA-ACFA-109F-C3701CC04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714" y="2613660"/>
            <a:ext cx="8825659" cy="3416300"/>
          </a:xfrm>
        </p:spPr>
        <p:txBody>
          <a:bodyPr/>
          <a:lstStyle/>
          <a:p>
            <a:r>
              <a:rPr lang="en-US" b="1" dirty="0"/>
              <a:t>Student Visa</a:t>
            </a:r>
            <a:r>
              <a:rPr lang="en-US" dirty="0"/>
              <a:t> – For international students enrolling in full-time courses at licensed UK education providers.</a:t>
            </a:r>
          </a:p>
          <a:p>
            <a:r>
              <a:rPr lang="en-US" b="1" dirty="0"/>
              <a:t>Graduate Visa</a:t>
            </a:r>
            <a:r>
              <a:rPr lang="en-US" dirty="0"/>
              <a:t> – For students who have completed a UK degree and wish to stay and work in the UK.</a:t>
            </a:r>
          </a:p>
          <a:p>
            <a:r>
              <a:rPr lang="en-US" b="1" dirty="0"/>
              <a:t>Skilled Worker Visa</a:t>
            </a:r>
            <a:r>
              <a:rPr lang="en-US" dirty="0"/>
              <a:t> – For professionals with a confirmed job offer from a licensed UK employer.</a:t>
            </a:r>
          </a:p>
          <a:p>
            <a:r>
              <a:rPr lang="en-US" b="1" dirty="0"/>
              <a:t>HealthCare </a:t>
            </a:r>
            <a:r>
              <a:rPr lang="en-US" dirty="0"/>
              <a:t>Visa-For qualified healthcare professionals offered eligible roles in the UK health and care sector.</a:t>
            </a:r>
          </a:p>
          <a:p>
            <a:r>
              <a:rPr lang="en-US" b="1" dirty="0"/>
              <a:t>Visitor Visa</a:t>
            </a:r>
            <a:r>
              <a:rPr lang="en-US" dirty="0"/>
              <a:t> – For short-term visits to the UK for tourism, business, or visiting family and friends</a:t>
            </a:r>
          </a:p>
        </p:txBody>
      </p:sp>
      <p:pic>
        <p:nvPicPr>
          <p:cNvPr id="2055" name="Picture 7" descr="United Kingdom Visa application form">
            <a:extLst>
              <a:ext uri="{FF2B5EF4-FFF2-40B4-BE49-F238E27FC236}">
                <a16:creationId xmlns:a16="http://schemas.microsoft.com/office/drawing/2014/main" id="{59E72971-00C7-B186-FF53-4AF435E7C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373" y="2946400"/>
            <a:ext cx="2621099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245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7645-58AD-0D6A-F329-5DC6F65F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053AA6-F353-1825-DFF6-E05CB68765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603500"/>
            <a:ext cx="6397313" cy="3416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Swift Visa follows a layered and modular architecture for visa eligibility screening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Stream lit based user interface collects applicant details and visa type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is validated and structured based on visa-specific requirements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UK visa policy PDF documents are loaded and parsed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 rules are extracted and organized from policy documents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data and policy rules are processed by an AI reasoning engine (LLM)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evaluates eligibility and generates explainable decisions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displays Eligible / Not Eligible status with clear justification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CCB966-CB9C-7336-2ED6-FC7D1205A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726" y="2775951"/>
            <a:ext cx="2499737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742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9EE595-E85C-87FC-B6CA-D91647A3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C0D312-28C5-8310-0BB6-44EFC9F5E8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7304267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5436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DFBE54E-A701-4039-AC57-CF06B37CC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D33A9890-FE1F-4F08-8EF4-FD2B43954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67CB0B6B-95FE-161B-62F4-2A0BA7824AE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507" r="9090" b="19513"/>
          <a:stretch>
            <a:fillRect/>
          </a:stretch>
        </p:blipFill>
        <p:spPr>
          <a:xfrm>
            <a:off x="474133" y="474134"/>
            <a:ext cx="11243734" cy="5909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B77D2-3BA0-8DCD-AFF2-D6855B21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515798-C8A3-40E7-A830-82681C81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1C4E6-C14F-4124-A2C6-A75097B7A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820333"/>
            <a:ext cx="8825659" cy="4199467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Policy PDF Documents</a:t>
            </a:r>
            <a:b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Implemented PDF chunking and structured extraction for efficient processing.</a:t>
            </a:r>
          </a:p>
          <a:p>
            <a:endParaRPr lang="en-US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Visa Rules &amp; Conditions</a:t>
            </a:r>
            <a:b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Designed visa-specific eligibility entities for accurate evaluation.</a:t>
            </a:r>
          </a:p>
          <a:p>
            <a:endParaRPr lang="en-US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Key Security Risks</a:t>
            </a:r>
            <a:b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Secured keys using environment variables instead of hardcoding.</a:t>
            </a:r>
          </a:p>
          <a:p>
            <a:endParaRPr lang="en-US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File Size Limitations</a:t>
            </a:r>
            <a:b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Performed optimized uploads and excluded unnecessary files.</a:t>
            </a:r>
          </a:p>
        </p:txBody>
      </p:sp>
    </p:spTree>
    <p:extLst>
      <p:ext uri="{BB962C8B-B14F-4D97-AF65-F5344CB8AC3E}">
        <p14:creationId xmlns:p14="http://schemas.microsoft.com/office/powerpoint/2010/main" val="1080033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7A01-CFB8-E25C-BA5E-E1D74BE0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871FB8F-A9DF-0382-DA85-21179FF7D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9793" y="2404676"/>
            <a:ext cx="4309704" cy="1958340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E3CEA5-DF4D-333C-DAA2-7ECAD4581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840" y="2404676"/>
            <a:ext cx="4328367" cy="20034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414BD1-4CA4-9403-F484-112B596F9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793" y="4622656"/>
            <a:ext cx="4309704" cy="19583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971D17-381B-7977-5576-A370FBADB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840" y="4622657"/>
            <a:ext cx="4328367" cy="201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9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E6A4-9F08-04D7-44DA-4A8096DA7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9A7179-6D4D-63BC-9A6D-4580238A60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4954" y="2603500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2347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488BA-180E-40D8-8350-4B1791795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50AFA-911F-D8A8-26BC-D79EF59788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D937BA-3994-3361-1853-0C86CC81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781D4-5BF5-2E2C-43C6-80EEA2F08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Swift Visa provides an AI-driven solution for UK visa eligibility screening.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Simplifies complex visa rules into clear, explainable decisions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eligibility checking time.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accuracy using official policy-based reasoning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be scalable, secure, and user-friendly</a:t>
            </a:r>
          </a:p>
        </p:txBody>
      </p:sp>
    </p:spTree>
    <p:extLst>
      <p:ext uri="{BB962C8B-B14F-4D97-AF65-F5344CB8AC3E}">
        <p14:creationId xmlns:p14="http://schemas.microsoft.com/office/powerpoint/2010/main" val="805504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7A55A-369F-BCCD-5BF7-40B53DB7A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109C5B-3B98-48EB-A942-8D11CEA37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9C389E4-003E-40C9-AC9E-ED821C16F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042684-2705-40BD-9104-A6B24CE1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BB738-6E08-C474-9441-B3A33EF7B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4825" y="1143000"/>
            <a:ext cx="6268246" cy="3134032"/>
          </a:xfrm>
        </p:spPr>
        <p:txBody>
          <a:bodyPr>
            <a:normAutofit/>
          </a:bodyPr>
          <a:lstStyle/>
          <a:p>
            <a:r>
              <a:rPr lang="en-US" sz="6600" b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90A7762D-16E7-9E46-843E-A6BA60E0A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764" y="1661911"/>
            <a:ext cx="3531062" cy="353106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3002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{4E2B0B58-13F5-4218-8712-CB2BEF891202}TF229edf6a-8a49-49ee-a0a6-5037052947485fb3ca0c-bc27bf41d645</Template>
  <TotalTime>170</TotalTime>
  <Words>639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Century Gothic</vt:lpstr>
      <vt:lpstr>Times New Roman</vt:lpstr>
      <vt:lpstr>Wingdings 3</vt:lpstr>
      <vt:lpstr>Ion Boardroom</vt:lpstr>
      <vt:lpstr>Swift Visa: AI-Based UK Visa Eligibility Screening Agent  Internship Project Technology: AI| Python| Stream lit </vt:lpstr>
      <vt:lpstr>PROBLEM STATEMENT</vt:lpstr>
      <vt:lpstr>EXISTING SYSTEM</vt:lpstr>
      <vt:lpstr>PROPOSED SYSTEM</vt:lpstr>
      <vt:lpstr>KEY TECHNOLOGIES</vt:lpstr>
      <vt:lpstr>Supported Visa</vt:lpstr>
      <vt:lpstr>SYSTEM ARCHITECTURE</vt:lpstr>
      <vt:lpstr>CORE FEATURES</vt:lpstr>
      <vt:lpstr>CHALLENGES &amp; SOLUTIONS</vt:lpstr>
      <vt:lpstr>OUTPUT</vt:lpstr>
      <vt:lpstr>RESULT &amp; OUTCOMES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V.KiranKumar Reddy</dc:creator>
  <cp:lastModifiedBy>V.KiranKumar Reddy</cp:lastModifiedBy>
  <cp:revision>14</cp:revision>
  <dcterms:created xsi:type="dcterms:W3CDTF">2026-01-23T11:40:52Z</dcterms:created>
  <dcterms:modified xsi:type="dcterms:W3CDTF">2026-01-28T11:15:00Z</dcterms:modified>
</cp:coreProperties>
</file>